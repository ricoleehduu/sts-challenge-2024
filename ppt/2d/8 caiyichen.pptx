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4B9D"/>
    <a:srgbClr val="CDEDED"/>
    <a:srgbClr val="AA53B4"/>
    <a:srgbClr val="CAB198"/>
    <a:srgbClr val="98A384"/>
    <a:srgbClr val="D2C574"/>
    <a:srgbClr val="8E9A75"/>
    <a:srgbClr val="71859D"/>
    <a:srgbClr val="707787"/>
    <a:srgbClr val="D0C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0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11B7D-52EC-A1FA-AB09-A6B11FB32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BE2B32-4D81-30F6-2607-8C346AF64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5BD90-9748-7CE1-F875-D8BEC4E7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01B577-DF6A-5E3F-8E69-1028331C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96F2A7-77A7-E5D6-BCD2-0F47D79B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4BC2D-E7BD-D00B-5BB2-98AAB07E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352ED-4054-5D8D-4005-B8C46860E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DDF545-25BE-C155-E378-5BE21F3C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E7C38F-22C2-6A03-C16E-F7B5836F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49C06-BEE7-9ED9-F712-CC0560B3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78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BAADC-7215-10EB-9EBE-7DE5D89F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8F294F-7CBC-6684-F272-CF0D2839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CB51AC-D790-C8D8-89A1-6CDAB684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CFBB51-4171-F237-9C44-565D813C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D175E7-D85E-CCC5-B97E-CEBF45EA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79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D6769-F426-1F69-F1B5-1D84228D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BD9B2-DAC3-C6C9-4E3B-EA0F4061D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F33DCE-422F-CD76-F904-CAE443813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84791D-BEA7-CACE-0306-EB1E144F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3BD590-CFA4-D325-C764-D577EDBC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5485B1-CE67-00F7-A1DB-8C3504AC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42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242DE-6C24-34F0-A19C-741AC1C6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6F766-636D-8D7D-5EE2-9519E835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8F789B-252A-518C-C4F6-359EA5BE2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F548D0-ADC6-DB31-9542-59729E086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AF88F1-7B69-4F1D-0CB4-59ECBBCCA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6CBC28-1C39-77CD-C1FA-F6B2A7B1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49AEF6-06E2-E6E8-7343-95E0C437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830737-92B4-C594-1268-2CA4AD87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5A114-41DC-0D8F-B7EA-3F74EABD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446812-AC85-28C4-233C-BF64E461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B79A42-7117-89C8-67B8-AAE9CB8B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174435-DD75-F2EB-66CB-0B9681A0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43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5949F5-E068-A2E1-B63A-83BA8165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8861FA-CC34-D2C0-8FB8-F4B0A69D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944B9-824E-EEBC-3548-0230DAF3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99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B3EAA-BE39-BF1B-7C0A-E29DB8DF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64150-8BB2-AD17-944E-0FD7746A8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86A164-3A4C-7E0D-6969-74CF61A4C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F7AF44-A261-4CAF-0B15-FE9FF8F4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50D84D-779A-56FC-7C3C-6C828AAF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1B22FF-DCE8-2B66-90D9-331358F7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13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5999F-8476-1537-7FA7-A3C4E778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B81E27-3ED5-4ED8-B8CD-DF7D7C4A4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D1D051-9A6F-FAD3-E08F-063FFFDAA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458EEF-A49C-B25D-EEA3-EF8EDABD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58ECEC-94C7-9835-1058-21E1B719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87CB84-2F4C-BEDF-4BB6-7A602350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44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243DD-2DD0-3734-D421-D79B2849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EDCCCB-8E44-5A01-2F21-B5CBEDB57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447C82-15E0-125E-E647-2F6F5019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42752-C46F-0239-8C6E-C5B9213C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D28A6-3C34-7F40-AE43-E5A362BF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66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B537EA-F7E8-205A-4F2C-0747A6D8A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4F857A-5DE1-87C2-F7C6-4A2A689BD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87C217-73E7-3727-DACD-BC163379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13A008-4150-55A6-F3BE-38952926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86C9EB-9363-0338-963F-C6F54B7F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31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750B77-6436-B227-4101-0BDD0A17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599A48-E6C4-A3B1-3D1E-AB7E25DE9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EE3E02-4963-DE93-0901-AF95AF663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3D4C3-0779-46C4-AC8F-8950B4B67348}" type="datetimeFigureOut">
              <a:rPr lang="zh-CN" altLang="en-US" smtClean="0"/>
              <a:t>2024-11-09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636143-981C-F0D7-9B16-B491B0293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C1B0D-312B-6383-D66A-864B9C76B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92DE2-B091-4294-AD41-FE653D0B8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73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551B8486-13EA-367E-D77E-8DA91392D6B4}"/>
              </a:ext>
            </a:extLst>
          </p:cNvPr>
          <p:cNvSpPr/>
          <p:nvPr/>
        </p:nvSpPr>
        <p:spPr>
          <a:xfrm>
            <a:off x="9456515" y="593546"/>
            <a:ext cx="683065" cy="331281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5000"/>
            </a:schemeClr>
          </a:solidFill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: 圆角 252">
            <a:extLst>
              <a:ext uri="{FF2B5EF4-FFF2-40B4-BE49-F238E27FC236}">
                <a16:creationId xmlns:a16="http://schemas.microsoft.com/office/drawing/2014/main" id="{AF4147D7-2E74-F72D-5596-B83C0C6B5EC8}"/>
              </a:ext>
            </a:extLst>
          </p:cNvPr>
          <p:cNvSpPr/>
          <p:nvPr/>
        </p:nvSpPr>
        <p:spPr>
          <a:xfrm>
            <a:off x="3615118" y="2326647"/>
            <a:ext cx="936561" cy="1610190"/>
          </a:xfrm>
          <a:prstGeom prst="roundRect">
            <a:avLst>
              <a:gd name="adj" fmla="val 18837"/>
            </a:avLst>
          </a:prstGeom>
          <a:solidFill>
            <a:srgbClr val="AA53B4">
              <a:alpha val="16000"/>
            </a:srgbClr>
          </a:solidFill>
          <a:ln w="19050">
            <a:solidFill>
              <a:srgbClr val="9D4B9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ABC668EB-900D-0363-F97B-DAF0F335734D}"/>
              </a:ext>
            </a:extLst>
          </p:cNvPr>
          <p:cNvSpPr/>
          <p:nvPr/>
        </p:nvSpPr>
        <p:spPr>
          <a:xfrm>
            <a:off x="7408873" y="593547"/>
            <a:ext cx="1037544" cy="1605642"/>
          </a:xfrm>
          <a:prstGeom prst="roundRect">
            <a:avLst>
              <a:gd name="adj" fmla="val 4403"/>
            </a:avLst>
          </a:prstGeom>
          <a:solidFill>
            <a:schemeClr val="accent6">
              <a:lumMod val="20000"/>
              <a:lumOff val="80000"/>
              <a:alpha val="61000"/>
            </a:schemeClr>
          </a:solidFill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AD75B354-7F7D-5984-E251-C4BFC5D0D795}"/>
              </a:ext>
            </a:extLst>
          </p:cNvPr>
          <p:cNvSpPr/>
          <p:nvPr/>
        </p:nvSpPr>
        <p:spPr>
          <a:xfrm>
            <a:off x="5067300" y="613208"/>
            <a:ext cx="893662" cy="1585979"/>
          </a:xfrm>
          <a:prstGeom prst="roundRect">
            <a:avLst>
              <a:gd name="adj" fmla="val 5582"/>
            </a:avLst>
          </a:prstGeom>
          <a:solidFill>
            <a:schemeClr val="accent4">
              <a:lumMod val="20000"/>
              <a:lumOff val="80000"/>
              <a:alpha val="59000"/>
            </a:schemeClr>
          </a:solidFill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6A052F55-152C-FAEE-A262-6A0E59DCD04F}"/>
              </a:ext>
            </a:extLst>
          </p:cNvPr>
          <p:cNvSpPr/>
          <p:nvPr/>
        </p:nvSpPr>
        <p:spPr>
          <a:xfrm>
            <a:off x="1292552" y="622979"/>
            <a:ext cx="1333999" cy="1576210"/>
          </a:xfrm>
          <a:prstGeom prst="roundRect">
            <a:avLst>
              <a:gd name="adj" fmla="val 9726"/>
            </a:avLst>
          </a:prstGeom>
          <a:solidFill>
            <a:schemeClr val="accent2">
              <a:lumMod val="20000"/>
              <a:lumOff val="80000"/>
              <a:alpha val="32000"/>
            </a:schemeClr>
          </a:solidFill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42C431-86BD-1805-6063-BAB35A964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95" y="4092700"/>
            <a:ext cx="974431" cy="551468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C0B531C-6409-23BB-59EB-56D6B55ADE59}"/>
              </a:ext>
            </a:extLst>
          </p:cNvPr>
          <p:cNvSpPr/>
          <p:nvPr/>
        </p:nvSpPr>
        <p:spPr>
          <a:xfrm>
            <a:off x="8004065" y="1200514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9A0DCF2-D959-4088-E0BC-09963D31210A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>
            <a:off x="2581891" y="812275"/>
            <a:ext cx="134047" cy="12546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AE24DBB3-642F-2868-B083-5400018FC33F}"/>
              </a:ext>
            </a:extLst>
          </p:cNvPr>
          <p:cNvGrpSpPr/>
          <p:nvPr/>
        </p:nvGrpSpPr>
        <p:grpSpPr>
          <a:xfrm>
            <a:off x="5578413" y="622979"/>
            <a:ext cx="1260395" cy="311084"/>
            <a:chOff x="1319752" y="656735"/>
            <a:chExt cx="1260395" cy="311084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11B88BDD-67CA-872E-BF12-41FF11157C4B}"/>
                </a:ext>
              </a:extLst>
            </p:cNvPr>
            <p:cNvGrpSpPr/>
            <p:nvPr/>
          </p:nvGrpSpPr>
          <p:grpSpPr>
            <a:xfrm>
              <a:off x="1319752" y="656735"/>
              <a:ext cx="1260395" cy="311084"/>
              <a:chOff x="1319752" y="656735"/>
              <a:chExt cx="1260395" cy="311084"/>
            </a:xfrm>
          </p:grpSpPr>
          <p:sp>
            <p:nvSpPr>
              <p:cNvPr id="125" name="矩形: 圆角 124">
                <a:extLst>
                  <a:ext uri="{FF2B5EF4-FFF2-40B4-BE49-F238E27FC236}">
                    <a16:creationId xmlns:a16="http://schemas.microsoft.com/office/drawing/2014/main" id="{6F60E268-985A-E801-A094-86CA63D63DB8}"/>
                  </a:ext>
                </a:extLst>
              </p:cNvPr>
              <p:cNvSpPr/>
              <p:nvPr/>
            </p:nvSpPr>
            <p:spPr>
              <a:xfrm>
                <a:off x="1319752" y="656735"/>
                <a:ext cx="339366" cy="311084"/>
              </a:xfrm>
              <a:prstGeom prst="roundRect">
                <a:avLst/>
              </a:prstGeom>
              <a:solidFill>
                <a:srgbClr val="CDEDED"/>
              </a:solidFill>
              <a:ln>
                <a:solidFill>
                  <a:srgbClr val="9EB7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: 圆角 125">
                <a:extLst>
                  <a:ext uri="{FF2B5EF4-FFF2-40B4-BE49-F238E27FC236}">
                    <a16:creationId xmlns:a16="http://schemas.microsoft.com/office/drawing/2014/main" id="{76C34D8F-6A19-E350-E8FB-66A20352DD54}"/>
                  </a:ext>
                </a:extLst>
              </p:cNvPr>
              <p:cNvSpPr/>
              <p:nvPr/>
            </p:nvSpPr>
            <p:spPr>
              <a:xfrm>
                <a:off x="1780267" y="656735"/>
                <a:ext cx="339366" cy="311084"/>
              </a:xfrm>
              <a:prstGeom prst="roundRect">
                <a:avLst/>
              </a:prstGeom>
              <a:solidFill>
                <a:srgbClr val="CDEDED"/>
              </a:solidFill>
              <a:ln>
                <a:solidFill>
                  <a:srgbClr val="9EB7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CE1A9C30-EFFF-EA7D-E8BE-BD1AEF3D83D7}"/>
                  </a:ext>
                </a:extLst>
              </p:cNvPr>
              <p:cNvSpPr/>
              <p:nvPr/>
            </p:nvSpPr>
            <p:spPr>
              <a:xfrm>
                <a:off x="2240781" y="656735"/>
                <a:ext cx="339366" cy="311084"/>
              </a:xfrm>
              <a:prstGeom prst="roundRect">
                <a:avLst/>
              </a:prstGeom>
              <a:solidFill>
                <a:srgbClr val="CDEDED"/>
              </a:solidFill>
              <a:ln>
                <a:solidFill>
                  <a:srgbClr val="9EB7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29FA233A-70AB-1402-83CF-2EA7E67B19C4}"/>
                </a:ext>
              </a:extLst>
            </p:cNvPr>
            <p:cNvCxnSpPr>
              <a:cxnSpLocks/>
              <a:endCxn id="126" idx="1"/>
            </p:cNvCxnSpPr>
            <p:nvPr/>
          </p:nvCxnSpPr>
          <p:spPr>
            <a:xfrm>
              <a:off x="1659118" y="812277"/>
              <a:ext cx="121149" cy="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9E73C3AE-D483-63DC-1A7E-BEE195A43D60}"/>
                </a:ext>
              </a:extLst>
            </p:cNvPr>
            <p:cNvCxnSpPr>
              <a:cxnSpLocks/>
              <a:stCxn id="126" idx="3"/>
              <a:endCxn id="127" idx="1"/>
            </p:cNvCxnSpPr>
            <p:nvPr/>
          </p:nvCxnSpPr>
          <p:spPr>
            <a:xfrm>
              <a:off x="2119633" y="812277"/>
              <a:ext cx="121148" cy="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20731BC5-8316-5566-FE0B-CB10745FABF9}"/>
              </a:ext>
            </a:extLst>
          </p:cNvPr>
          <p:cNvSpPr/>
          <p:nvPr/>
        </p:nvSpPr>
        <p:spPr>
          <a:xfrm>
            <a:off x="5578413" y="120508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9DD0B880-1251-F50E-407B-72DF4804CE53}"/>
              </a:ext>
            </a:extLst>
          </p:cNvPr>
          <p:cNvSpPr/>
          <p:nvPr/>
        </p:nvSpPr>
        <p:spPr>
          <a:xfrm>
            <a:off x="6038928" y="120508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585A3FA-18F8-04AB-4E4C-5D360C0CA4B2}"/>
              </a:ext>
            </a:extLst>
          </p:cNvPr>
          <p:cNvSpPr/>
          <p:nvPr/>
        </p:nvSpPr>
        <p:spPr>
          <a:xfrm>
            <a:off x="6499442" y="120508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5E497D5-6421-F9E7-AE88-5B8A1430B91B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5917779" y="1360625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5AFAB66B-5374-3D8F-26D3-4C19C5F65030}"/>
              </a:ext>
            </a:extLst>
          </p:cNvPr>
          <p:cNvCxnSpPr>
            <a:cxnSpLocks/>
            <a:stCxn id="120" idx="3"/>
            <a:endCxn id="121" idx="1"/>
          </p:cNvCxnSpPr>
          <p:nvPr/>
        </p:nvCxnSpPr>
        <p:spPr>
          <a:xfrm>
            <a:off x="6378294" y="1360625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ADA8AEDB-B737-341A-005D-96BF8B4BB560}"/>
              </a:ext>
            </a:extLst>
          </p:cNvPr>
          <p:cNvGrpSpPr/>
          <p:nvPr/>
        </p:nvGrpSpPr>
        <p:grpSpPr>
          <a:xfrm>
            <a:off x="5578413" y="1787188"/>
            <a:ext cx="1260395" cy="311084"/>
            <a:chOff x="1319752" y="656735"/>
            <a:chExt cx="1260395" cy="311084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A204B0DC-2F4B-1D05-A2CE-167070021FB3}"/>
                </a:ext>
              </a:extLst>
            </p:cNvPr>
            <p:cNvSpPr/>
            <p:nvPr/>
          </p:nvSpPr>
          <p:spPr>
            <a:xfrm>
              <a:off x="1319752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468037B2-E743-FA94-B769-DACB87FABA5C}"/>
                </a:ext>
              </a:extLst>
            </p:cNvPr>
            <p:cNvSpPr/>
            <p:nvPr/>
          </p:nvSpPr>
          <p:spPr>
            <a:xfrm>
              <a:off x="1780267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D4B8F1F7-56F6-6037-848B-F231A2D38AE8}"/>
                </a:ext>
              </a:extLst>
            </p:cNvPr>
            <p:cNvSpPr/>
            <p:nvPr/>
          </p:nvSpPr>
          <p:spPr>
            <a:xfrm>
              <a:off x="2240781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17DF1C08-0E62-663B-D402-8E8CB4D12A2F}"/>
              </a:ext>
            </a:extLst>
          </p:cNvPr>
          <p:cNvCxnSpPr>
            <a:cxnSpLocks/>
            <a:endCxn id="114" idx="1"/>
          </p:cNvCxnSpPr>
          <p:nvPr/>
        </p:nvCxnSpPr>
        <p:spPr>
          <a:xfrm>
            <a:off x="5917779" y="1942730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A4B69615-0096-54F4-BC8E-0B33FF12CCF5}"/>
              </a:ext>
            </a:extLst>
          </p:cNvPr>
          <p:cNvCxnSpPr>
            <a:cxnSpLocks/>
            <a:stCxn id="114" idx="3"/>
            <a:endCxn id="115" idx="1"/>
          </p:cNvCxnSpPr>
          <p:nvPr/>
        </p:nvCxnSpPr>
        <p:spPr>
          <a:xfrm>
            <a:off x="6378294" y="1942730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27BAE84-EB61-E6AE-4445-99C26BD3ED7A}"/>
              </a:ext>
            </a:extLst>
          </p:cNvPr>
          <p:cNvGrpSpPr/>
          <p:nvPr/>
        </p:nvGrpSpPr>
        <p:grpSpPr>
          <a:xfrm>
            <a:off x="5748096" y="934063"/>
            <a:ext cx="921029" cy="271020"/>
            <a:chOff x="1491179" y="967819"/>
            <a:chExt cx="921029" cy="271020"/>
          </a:xfrm>
        </p:grpSpPr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420AE865-7EF6-446A-2B85-39A28E6B6EB3}"/>
                </a:ext>
              </a:extLst>
            </p:cNvPr>
            <p:cNvCxnSpPr>
              <a:cxnSpLocks/>
              <a:stCxn id="119" idx="0"/>
              <a:endCxn id="125" idx="2"/>
            </p:cNvCxnSpPr>
            <p:nvPr/>
          </p:nvCxnSpPr>
          <p:spPr>
            <a:xfrm flipV="1">
              <a:off x="1491179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5525048E-B1AB-3999-C206-4FD182884F02}"/>
                </a:ext>
              </a:extLst>
            </p:cNvPr>
            <p:cNvCxnSpPr>
              <a:cxnSpLocks/>
              <a:stCxn id="126" idx="2"/>
              <a:endCxn id="120" idx="0"/>
            </p:cNvCxnSpPr>
            <p:nvPr/>
          </p:nvCxnSpPr>
          <p:spPr>
            <a:xfrm>
              <a:off x="1951694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9CAD1756-CD3C-07F2-6818-C2FFE95A00EF}"/>
                </a:ext>
              </a:extLst>
            </p:cNvPr>
            <p:cNvCxnSpPr>
              <a:cxnSpLocks/>
              <a:stCxn id="121" idx="0"/>
              <a:endCxn id="127" idx="2"/>
            </p:cNvCxnSpPr>
            <p:nvPr/>
          </p:nvCxnSpPr>
          <p:spPr>
            <a:xfrm flipV="1">
              <a:off x="2412208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2BE8E766-CE28-FF5A-7B4E-FCC7D3339566}"/>
              </a:ext>
            </a:extLst>
          </p:cNvPr>
          <p:cNvGrpSpPr/>
          <p:nvPr/>
        </p:nvGrpSpPr>
        <p:grpSpPr>
          <a:xfrm>
            <a:off x="5748096" y="1526772"/>
            <a:ext cx="921029" cy="271020"/>
            <a:chOff x="1491179" y="967819"/>
            <a:chExt cx="921029" cy="271020"/>
          </a:xfrm>
        </p:grpSpPr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FD4B045F-5A38-35E4-AB09-7F7B743533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1179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B21EECD9-BA7F-A10D-044F-D251362370A1}"/>
                </a:ext>
              </a:extLst>
            </p:cNvPr>
            <p:cNvCxnSpPr>
              <a:cxnSpLocks/>
            </p:cNvCxnSpPr>
            <p:nvPr/>
          </p:nvCxnSpPr>
          <p:spPr>
            <a:xfrm>
              <a:off x="1951694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1500674C-255A-C22A-D7D7-184FBE963F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2208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15558D2-C53F-864A-10CB-D7243CB6D565}"/>
              </a:ext>
            </a:extLst>
          </p:cNvPr>
          <p:cNvSpPr/>
          <p:nvPr/>
        </p:nvSpPr>
        <p:spPr>
          <a:xfrm>
            <a:off x="1782011" y="65673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E8E7093-642E-9BDB-5A78-D9C971C20AAA}"/>
              </a:ext>
            </a:extLst>
          </p:cNvPr>
          <p:cNvSpPr/>
          <p:nvPr/>
        </p:nvSpPr>
        <p:spPr>
          <a:xfrm>
            <a:off x="2242525" y="65673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EF70303-B37F-5EB5-96E8-8E4C57D47E9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660862" y="812275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55D9C61-F2A4-2C9E-A402-60504201F85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2121377" y="812275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8EA6080-E2F2-C0A1-9BE2-054FC0F1775C}"/>
              </a:ext>
            </a:extLst>
          </p:cNvPr>
          <p:cNvSpPr/>
          <p:nvPr/>
        </p:nvSpPr>
        <p:spPr>
          <a:xfrm>
            <a:off x="1782011" y="1238837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16507B8-6673-8857-FC3D-457084500799}"/>
              </a:ext>
            </a:extLst>
          </p:cNvPr>
          <p:cNvSpPr/>
          <p:nvPr/>
        </p:nvSpPr>
        <p:spPr>
          <a:xfrm>
            <a:off x="2242525" y="1238837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65DE355-C99B-4B5C-3DFF-04B8CF606A65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660862" y="1394379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6286025-A244-4188-9F1C-F58DD7BA3014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2121377" y="1394379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06782C19-9C27-D36C-D300-B4511DBF4A72}"/>
              </a:ext>
            </a:extLst>
          </p:cNvPr>
          <p:cNvSpPr/>
          <p:nvPr/>
        </p:nvSpPr>
        <p:spPr>
          <a:xfrm>
            <a:off x="1782011" y="1805702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2F0D81D-4CA8-E5F8-7F88-63863676B995}"/>
              </a:ext>
            </a:extLst>
          </p:cNvPr>
          <p:cNvSpPr/>
          <p:nvPr/>
        </p:nvSpPr>
        <p:spPr>
          <a:xfrm>
            <a:off x="2242525" y="1805702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E79DD50-D63E-D052-A8BD-EEEF98FA05F8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660862" y="1961244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63423A1-4862-DBD0-7C94-3E60973C887C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2121377" y="1961244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1A0B90F-F2BE-F56F-E1FD-A6B7F6878183}"/>
              </a:ext>
            </a:extLst>
          </p:cNvPr>
          <p:cNvCxnSpPr>
            <a:cxnSpLocks/>
            <a:stCxn id="11" idx="2"/>
            <a:endCxn id="40" idx="0"/>
          </p:cNvCxnSpPr>
          <p:nvPr/>
        </p:nvCxnSpPr>
        <p:spPr>
          <a:xfrm>
            <a:off x="1951694" y="967817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D27562F-FB68-E391-5166-27B4DACDBF35}"/>
              </a:ext>
            </a:extLst>
          </p:cNvPr>
          <p:cNvCxnSpPr>
            <a:cxnSpLocks/>
            <a:stCxn id="41" idx="0"/>
            <a:endCxn id="12" idx="2"/>
          </p:cNvCxnSpPr>
          <p:nvPr/>
        </p:nvCxnSpPr>
        <p:spPr>
          <a:xfrm flipV="1">
            <a:off x="2412208" y="967817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ED58DB1-719A-B255-1FF6-5F5F5304CA18}"/>
              </a:ext>
            </a:extLst>
          </p:cNvPr>
          <p:cNvSpPr/>
          <p:nvPr/>
        </p:nvSpPr>
        <p:spPr>
          <a:xfrm>
            <a:off x="1321496" y="65673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9BDF6A8-0D6B-0DE2-9C07-C3A36E812170}"/>
              </a:ext>
            </a:extLst>
          </p:cNvPr>
          <p:cNvSpPr/>
          <p:nvPr/>
        </p:nvSpPr>
        <p:spPr>
          <a:xfrm>
            <a:off x="1321496" y="1238837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3A56E6FA-1AD0-E3C5-CCFA-FE30D1AE4A5B}"/>
              </a:ext>
            </a:extLst>
          </p:cNvPr>
          <p:cNvSpPr/>
          <p:nvPr/>
        </p:nvSpPr>
        <p:spPr>
          <a:xfrm>
            <a:off x="1321496" y="1805702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BDCC4E7-01D7-4386-1CFB-46EC36E928F6}"/>
              </a:ext>
            </a:extLst>
          </p:cNvPr>
          <p:cNvCxnSpPr>
            <a:cxnSpLocks/>
            <a:stCxn id="39" idx="0"/>
            <a:endCxn id="8" idx="2"/>
          </p:cNvCxnSpPr>
          <p:nvPr/>
        </p:nvCxnSpPr>
        <p:spPr>
          <a:xfrm flipV="1">
            <a:off x="1491179" y="967817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59226A3-3F29-6443-943C-EEA2762B9549}"/>
              </a:ext>
            </a:extLst>
          </p:cNvPr>
          <p:cNvCxnSpPr>
            <a:cxnSpLocks/>
          </p:cNvCxnSpPr>
          <p:nvPr/>
        </p:nvCxnSpPr>
        <p:spPr>
          <a:xfrm flipV="1">
            <a:off x="1491179" y="1545286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FB5107A-6423-40A6-EAD2-720A45873D01}"/>
              </a:ext>
            </a:extLst>
          </p:cNvPr>
          <p:cNvCxnSpPr>
            <a:cxnSpLocks/>
          </p:cNvCxnSpPr>
          <p:nvPr/>
        </p:nvCxnSpPr>
        <p:spPr>
          <a:xfrm>
            <a:off x="1951694" y="1545286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572644F-A979-98C8-3094-86588EA7B50F}"/>
              </a:ext>
            </a:extLst>
          </p:cNvPr>
          <p:cNvCxnSpPr>
            <a:cxnSpLocks/>
          </p:cNvCxnSpPr>
          <p:nvPr/>
        </p:nvCxnSpPr>
        <p:spPr>
          <a:xfrm flipV="1">
            <a:off x="2412208" y="1545286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3D0D8B2-2B50-A521-653C-C2C0B819D200}"/>
              </a:ext>
            </a:extLst>
          </p:cNvPr>
          <p:cNvSpPr/>
          <p:nvPr/>
        </p:nvSpPr>
        <p:spPr>
          <a:xfrm>
            <a:off x="2715938" y="669279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91085BAE-E8B0-8E3D-4878-FA19029220A7}"/>
              </a:ext>
            </a:extLst>
          </p:cNvPr>
          <p:cNvSpPr/>
          <p:nvPr/>
        </p:nvSpPr>
        <p:spPr>
          <a:xfrm>
            <a:off x="2715938" y="1241956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2F75CAE7-AADC-3A91-4CFC-51F606533E7D}"/>
              </a:ext>
            </a:extLst>
          </p:cNvPr>
          <p:cNvSpPr/>
          <p:nvPr/>
        </p:nvSpPr>
        <p:spPr>
          <a:xfrm>
            <a:off x="2715938" y="1814633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35D1623-DFB4-F34C-34AF-42C4DAD9637F}"/>
              </a:ext>
            </a:extLst>
          </p:cNvPr>
          <p:cNvSpPr/>
          <p:nvPr/>
        </p:nvSpPr>
        <p:spPr>
          <a:xfrm>
            <a:off x="4638340" y="622979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0ED6F9F9-6013-E6B1-747F-490731FD76D3}"/>
              </a:ext>
            </a:extLst>
          </p:cNvPr>
          <p:cNvSpPr/>
          <p:nvPr/>
        </p:nvSpPr>
        <p:spPr>
          <a:xfrm>
            <a:off x="4638340" y="1207086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FDDDB665-EFCF-E23E-C775-C294C89CF67A}"/>
              </a:ext>
            </a:extLst>
          </p:cNvPr>
          <p:cNvSpPr/>
          <p:nvPr/>
        </p:nvSpPr>
        <p:spPr>
          <a:xfrm>
            <a:off x="4638340" y="1791193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B261956-B43F-CD09-D620-39C18CFBEE90}"/>
              </a:ext>
            </a:extLst>
          </p:cNvPr>
          <p:cNvSpPr/>
          <p:nvPr/>
        </p:nvSpPr>
        <p:spPr>
          <a:xfrm>
            <a:off x="11261519" y="622979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1D201A8F-5415-1188-B699-05EF175CE608}"/>
              </a:ext>
            </a:extLst>
          </p:cNvPr>
          <p:cNvSpPr/>
          <p:nvPr/>
        </p:nvSpPr>
        <p:spPr>
          <a:xfrm>
            <a:off x="11261519" y="1195656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F5B5E43F-B5BA-3CD8-0155-10889F096DC0}"/>
              </a:ext>
            </a:extLst>
          </p:cNvPr>
          <p:cNvSpPr/>
          <p:nvPr/>
        </p:nvSpPr>
        <p:spPr>
          <a:xfrm>
            <a:off x="11261519" y="1768333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D40ACED5-0053-DCB0-4639-8AFADC94C9B5}"/>
              </a:ext>
            </a:extLst>
          </p:cNvPr>
          <p:cNvSpPr/>
          <p:nvPr/>
        </p:nvSpPr>
        <p:spPr>
          <a:xfrm>
            <a:off x="10286884" y="622979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BC272B6-F88C-42C3-6A8E-569132163818}"/>
              </a:ext>
            </a:extLst>
          </p:cNvPr>
          <p:cNvSpPr/>
          <p:nvPr/>
        </p:nvSpPr>
        <p:spPr>
          <a:xfrm>
            <a:off x="10286884" y="1195656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DFB149EB-78BB-0D6C-CE6A-1CFE5E0DDA5F}"/>
              </a:ext>
            </a:extLst>
          </p:cNvPr>
          <p:cNvSpPr/>
          <p:nvPr/>
        </p:nvSpPr>
        <p:spPr>
          <a:xfrm>
            <a:off x="10286884" y="1768333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75A2D100-420E-BF95-83A3-4A859A86A6D3}"/>
              </a:ext>
            </a:extLst>
          </p:cNvPr>
          <p:cNvCxnSpPr>
            <a:cxnSpLocks/>
            <a:stCxn id="41" idx="3"/>
            <a:endCxn id="159" idx="1"/>
          </p:cNvCxnSpPr>
          <p:nvPr/>
        </p:nvCxnSpPr>
        <p:spPr>
          <a:xfrm>
            <a:off x="2581891" y="1394379"/>
            <a:ext cx="134047" cy="3119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2C43F90D-07D7-9608-3A7D-AF073765DC6F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2581891" y="1954935"/>
            <a:ext cx="134047" cy="6309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23FCFAFE-A5B8-43CB-93BF-CE8B556AB19C}"/>
              </a:ext>
            </a:extLst>
          </p:cNvPr>
          <p:cNvSpPr/>
          <p:nvPr/>
        </p:nvSpPr>
        <p:spPr>
          <a:xfrm>
            <a:off x="1321496" y="2396469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D2F17320-DBD1-2912-2348-B081FE5705B5}"/>
              </a:ext>
            </a:extLst>
          </p:cNvPr>
          <p:cNvSpPr/>
          <p:nvPr/>
        </p:nvSpPr>
        <p:spPr>
          <a:xfrm>
            <a:off x="1321496" y="297857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D24DCAB8-8A55-7EEF-02E5-246C55B0CDCE}"/>
              </a:ext>
            </a:extLst>
          </p:cNvPr>
          <p:cNvSpPr/>
          <p:nvPr/>
        </p:nvSpPr>
        <p:spPr>
          <a:xfrm>
            <a:off x="1321496" y="3560678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936B2D4E-39FA-1EAF-CBC2-01E8132AD79E}"/>
              </a:ext>
            </a:extLst>
          </p:cNvPr>
          <p:cNvCxnSpPr>
            <a:cxnSpLocks/>
            <a:stCxn id="198" idx="0"/>
            <a:endCxn id="197" idx="2"/>
          </p:cNvCxnSpPr>
          <p:nvPr/>
        </p:nvCxnSpPr>
        <p:spPr>
          <a:xfrm flipV="1">
            <a:off x="1491179" y="270755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807DFBD7-853B-2CD8-889F-25CDC03907D5}"/>
              </a:ext>
            </a:extLst>
          </p:cNvPr>
          <p:cNvCxnSpPr>
            <a:cxnSpLocks/>
          </p:cNvCxnSpPr>
          <p:nvPr/>
        </p:nvCxnSpPr>
        <p:spPr>
          <a:xfrm flipV="1">
            <a:off x="1491179" y="3300262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7E9A0821-E8FE-5C69-D993-7BBA3A18513C}"/>
              </a:ext>
            </a:extLst>
          </p:cNvPr>
          <p:cNvSpPr/>
          <p:nvPr/>
        </p:nvSpPr>
        <p:spPr>
          <a:xfrm>
            <a:off x="8530811" y="622979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F76AD3D4-9B09-ED1B-1D93-0C438B4A8606}"/>
              </a:ext>
            </a:extLst>
          </p:cNvPr>
          <p:cNvSpPr/>
          <p:nvPr/>
        </p:nvSpPr>
        <p:spPr>
          <a:xfrm>
            <a:off x="8530811" y="120508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EA26B8BF-6DD8-8605-C96C-783B8DD18351}"/>
              </a:ext>
            </a:extLst>
          </p:cNvPr>
          <p:cNvSpPr/>
          <p:nvPr/>
        </p:nvSpPr>
        <p:spPr>
          <a:xfrm>
            <a:off x="8530811" y="1787188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CC691A0F-C7AC-E86C-43FB-983A2CB450B7}"/>
              </a:ext>
            </a:extLst>
          </p:cNvPr>
          <p:cNvCxnSpPr>
            <a:cxnSpLocks/>
            <a:stCxn id="204" idx="0"/>
            <a:endCxn id="203" idx="2"/>
          </p:cNvCxnSpPr>
          <p:nvPr/>
        </p:nvCxnSpPr>
        <p:spPr>
          <a:xfrm flipV="1">
            <a:off x="8700494" y="93406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87F58AA2-1D55-23C6-8CD0-1EFEF6F048D6}"/>
              </a:ext>
            </a:extLst>
          </p:cNvPr>
          <p:cNvCxnSpPr>
            <a:cxnSpLocks/>
          </p:cNvCxnSpPr>
          <p:nvPr/>
        </p:nvCxnSpPr>
        <p:spPr>
          <a:xfrm flipV="1">
            <a:off x="8700494" y="1526772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F65C3685-9713-5491-642B-44EDD99A95F5}"/>
              </a:ext>
            </a:extLst>
          </p:cNvPr>
          <p:cNvSpPr/>
          <p:nvPr/>
        </p:nvSpPr>
        <p:spPr>
          <a:xfrm>
            <a:off x="8530811" y="2396469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3D29E775-22D7-9D0B-1DBA-329ED6ACC831}"/>
              </a:ext>
            </a:extLst>
          </p:cNvPr>
          <p:cNvSpPr/>
          <p:nvPr/>
        </p:nvSpPr>
        <p:spPr>
          <a:xfrm>
            <a:off x="8530811" y="297857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0D3BBF54-6FE4-1D36-3632-71C0A6E5C16C}"/>
              </a:ext>
            </a:extLst>
          </p:cNvPr>
          <p:cNvSpPr/>
          <p:nvPr/>
        </p:nvSpPr>
        <p:spPr>
          <a:xfrm>
            <a:off x="8530811" y="3560678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E14708B7-A2F2-3766-AF9E-12E84EC2DDC8}"/>
              </a:ext>
            </a:extLst>
          </p:cNvPr>
          <p:cNvCxnSpPr>
            <a:cxnSpLocks/>
            <a:stCxn id="210" idx="0"/>
            <a:endCxn id="209" idx="2"/>
          </p:cNvCxnSpPr>
          <p:nvPr/>
        </p:nvCxnSpPr>
        <p:spPr>
          <a:xfrm flipV="1">
            <a:off x="8700494" y="270755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40D3A321-8973-F699-DC87-00C88706B266}"/>
              </a:ext>
            </a:extLst>
          </p:cNvPr>
          <p:cNvCxnSpPr>
            <a:cxnSpLocks/>
          </p:cNvCxnSpPr>
          <p:nvPr/>
        </p:nvCxnSpPr>
        <p:spPr>
          <a:xfrm flipV="1">
            <a:off x="8700494" y="3300262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F049D6A9-9663-171B-87DF-1381C1C8D4CC}"/>
              </a:ext>
            </a:extLst>
          </p:cNvPr>
          <p:cNvSpPr/>
          <p:nvPr/>
        </p:nvSpPr>
        <p:spPr>
          <a:xfrm>
            <a:off x="9060539" y="622979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: 圆角 215">
            <a:extLst>
              <a:ext uri="{FF2B5EF4-FFF2-40B4-BE49-F238E27FC236}">
                <a16:creationId xmlns:a16="http://schemas.microsoft.com/office/drawing/2014/main" id="{FD68D882-599A-E49D-0BE2-297FEBCFEF6D}"/>
              </a:ext>
            </a:extLst>
          </p:cNvPr>
          <p:cNvSpPr/>
          <p:nvPr/>
        </p:nvSpPr>
        <p:spPr>
          <a:xfrm>
            <a:off x="9060539" y="120508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B933C5EE-9F8A-48E8-F8F8-1ED485406858}"/>
              </a:ext>
            </a:extLst>
          </p:cNvPr>
          <p:cNvSpPr/>
          <p:nvPr/>
        </p:nvSpPr>
        <p:spPr>
          <a:xfrm>
            <a:off x="9060539" y="1787188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78CFAB74-D5AD-DA6B-4BAF-F8CB90F5D56C}"/>
              </a:ext>
            </a:extLst>
          </p:cNvPr>
          <p:cNvCxnSpPr>
            <a:cxnSpLocks/>
          </p:cNvCxnSpPr>
          <p:nvPr/>
        </p:nvCxnSpPr>
        <p:spPr>
          <a:xfrm>
            <a:off x="9230222" y="93406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E837FC67-FB89-8479-CE86-446585A476A7}"/>
              </a:ext>
            </a:extLst>
          </p:cNvPr>
          <p:cNvCxnSpPr>
            <a:cxnSpLocks/>
          </p:cNvCxnSpPr>
          <p:nvPr/>
        </p:nvCxnSpPr>
        <p:spPr>
          <a:xfrm>
            <a:off x="9230222" y="1526772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8B95F557-0D9B-90C1-F1F8-C60C744A4F2B}"/>
              </a:ext>
            </a:extLst>
          </p:cNvPr>
          <p:cNvSpPr/>
          <p:nvPr/>
        </p:nvSpPr>
        <p:spPr>
          <a:xfrm>
            <a:off x="10781775" y="622979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A23C6E67-4531-8B24-A1B4-8E89892B850C}"/>
              </a:ext>
            </a:extLst>
          </p:cNvPr>
          <p:cNvSpPr/>
          <p:nvPr/>
        </p:nvSpPr>
        <p:spPr>
          <a:xfrm>
            <a:off x="10781775" y="120508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: 圆角 222">
            <a:extLst>
              <a:ext uri="{FF2B5EF4-FFF2-40B4-BE49-F238E27FC236}">
                <a16:creationId xmlns:a16="http://schemas.microsoft.com/office/drawing/2014/main" id="{A0342D82-C30C-E937-4D25-16C7B4810732}"/>
              </a:ext>
            </a:extLst>
          </p:cNvPr>
          <p:cNvSpPr/>
          <p:nvPr/>
        </p:nvSpPr>
        <p:spPr>
          <a:xfrm>
            <a:off x="10781775" y="1787188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29C226EC-0299-2E54-28DC-EC3936836F67}"/>
              </a:ext>
            </a:extLst>
          </p:cNvPr>
          <p:cNvCxnSpPr>
            <a:cxnSpLocks/>
            <a:stCxn id="222" idx="0"/>
            <a:endCxn id="221" idx="2"/>
          </p:cNvCxnSpPr>
          <p:nvPr/>
        </p:nvCxnSpPr>
        <p:spPr>
          <a:xfrm flipV="1">
            <a:off x="10951458" y="93406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380BF664-33AA-3D37-65F9-F4C100378ADC}"/>
              </a:ext>
            </a:extLst>
          </p:cNvPr>
          <p:cNvCxnSpPr>
            <a:cxnSpLocks/>
          </p:cNvCxnSpPr>
          <p:nvPr/>
        </p:nvCxnSpPr>
        <p:spPr>
          <a:xfrm flipV="1">
            <a:off x="10951458" y="1526772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CB251419-2A6F-F301-14B0-0657985CECE9}"/>
              </a:ext>
            </a:extLst>
          </p:cNvPr>
          <p:cNvSpPr/>
          <p:nvPr/>
        </p:nvSpPr>
        <p:spPr>
          <a:xfrm>
            <a:off x="9702888" y="622979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E70AEBAB-7B92-A72C-8CB3-48093D480EF2}"/>
              </a:ext>
            </a:extLst>
          </p:cNvPr>
          <p:cNvSpPr/>
          <p:nvPr/>
        </p:nvSpPr>
        <p:spPr>
          <a:xfrm>
            <a:off x="9702888" y="1205083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16B72F2C-33BA-F336-898D-B7EA50CE87C2}"/>
              </a:ext>
            </a:extLst>
          </p:cNvPr>
          <p:cNvSpPr/>
          <p:nvPr/>
        </p:nvSpPr>
        <p:spPr>
          <a:xfrm>
            <a:off x="9702888" y="1787188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7CEFE9B2-D3C3-5AF5-F2BD-B611D7740589}"/>
              </a:ext>
            </a:extLst>
          </p:cNvPr>
          <p:cNvCxnSpPr>
            <a:cxnSpLocks/>
            <a:stCxn id="228" idx="0"/>
            <a:endCxn id="227" idx="2"/>
          </p:cNvCxnSpPr>
          <p:nvPr/>
        </p:nvCxnSpPr>
        <p:spPr>
          <a:xfrm flipV="1">
            <a:off x="9872571" y="934063"/>
            <a:ext cx="0" cy="27102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7224C059-F213-879E-6770-9EB01F077F20}"/>
              </a:ext>
            </a:extLst>
          </p:cNvPr>
          <p:cNvCxnSpPr>
            <a:cxnSpLocks/>
          </p:cNvCxnSpPr>
          <p:nvPr/>
        </p:nvCxnSpPr>
        <p:spPr>
          <a:xfrm flipV="1">
            <a:off x="9872571" y="1526772"/>
            <a:ext cx="0" cy="27102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F3648F97-2CDD-1DE6-2EFA-209A387FBBDB}"/>
              </a:ext>
            </a:extLst>
          </p:cNvPr>
          <p:cNvSpPr/>
          <p:nvPr/>
        </p:nvSpPr>
        <p:spPr>
          <a:xfrm>
            <a:off x="9693243" y="2373520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3C19BC64-CE64-39F7-8701-9B3CD40E6CD1}"/>
              </a:ext>
            </a:extLst>
          </p:cNvPr>
          <p:cNvSpPr/>
          <p:nvPr/>
        </p:nvSpPr>
        <p:spPr>
          <a:xfrm>
            <a:off x="9693243" y="2955624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5D49EB6E-F170-45E8-4A57-2797077EDB8F}"/>
              </a:ext>
            </a:extLst>
          </p:cNvPr>
          <p:cNvSpPr/>
          <p:nvPr/>
        </p:nvSpPr>
        <p:spPr>
          <a:xfrm>
            <a:off x="9693243" y="3537729"/>
            <a:ext cx="339366" cy="311084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179D30C9-09A9-B26C-3F1A-945E3059CCC0}"/>
              </a:ext>
            </a:extLst>
          </p:cNvPr>
          <p:cNvCxnSpPr>
            <a:cxnSpLocks/>
            <a:stCxn id="240" idx="0"/>
            <a:endCxn id="239" idx="2"/>
          </p:cNvCxnSpPr>
          <p:nvPr/>
        </p:nvCxnSpPr>
        <p:spPr>
          <a:xfrm flipV="1">
            <a:off x="9862926" y="2684604"/>
            <a:ext cx="0" cy="27102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5E8B56A1-78BD-8E9F-61EB-13C7AA4ADA5A}"/>
              </a:ext>
            </a:extLst>
          </p:cNvPr>
          <p:cNvCxnSpPr>
            <a:cxnSpLocks/>
          </p:cNvCxnSpPr>
          <p:nvPr/>
        </p:nvCxnSpPr>
        <p:spPr>
          <a:xfrm flipV="1">
            <a:off x="9862926" y="3277313"/>
            <a:ext cx="0" cy="27102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02E4F37D-F926-663E-8DCC-225EBA6D5E72}"/>
              </a:ext>
            </a:extLst>
          </p:cNvPr>
          <p:cNvSpPr/>
          <p:nvPr/>
        </p:nvSpPr>
        <p:spPr>
          <a:xfrm>
            <a:off x="5581196" y="2396469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2D5D7434-E974-5720-4A40-13875EE3197B}"/>
              </a:ext>
            </a:extLst>
          </p:cNvPr>
          <p:cNvSpPr/>
          <p:nvPr/>
        </p:nvSpPr>
        <p:spPr>
          <a:xfrm>
            <a:off x="5581196" y="2978573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AF27940E-5052-77D6-8CE4-7D0F63E2EF1B}"/>
              </a:ext>
            </a:extLst>
          </p:cNvPr>
          <p:cNvSpPr/>
          <p:nvPr/>
        </p:nvSpPr>
        <p:spPr>
          <a:xfrm>
            <a:off x="5581196" y="3560678"/>
            <a:ext cx="339366" cy="311084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F7A1D6C1-A11D-9164-F9ED-D99C41E41F41}"/>
              </a:ext>
            </a:extLst>
          </p:cNvPr>
          <p:cNvCxnSpPr>
            <a:cxnSpLocks/>
            <a:stCxn id="246" idx="0"/>
            <a:endCxn id="245" idx="2"/>
          </p:cNvCxnSpPr>
          <p:nvPr/>
        </p:nvCxnSpPr>
        <p:spPr>
          <a:xfrm flipV="1">
            <a:off x="5750879" y="270755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F203A18A-F719-6681-B8E2-2590FACA805B}"/>
              </a:ext>
            </a:extLst>
          </p:cNvPr>
          <p:cNvCxnSpPr>
            <a:cxnSpLocks/>
          </p:cNvCxnSpPr>
          <p:nvPr/>
        </p:nvCxnSpPr>
        <p:spPr>
          <a:xfrm flipV="1">
            <a:off x="5750879" y="3300262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7EA2B907-E592-34E6-457E-A2F8D649C3B6}"/>
              </a:ext>
            </a:extLst>
          </p:cNvPr>
          <p:cNvGrpSpPr/>
          <p:nvPr/>
        </p:nvGrpSpPr>
        <p:grpSpPr>
          <a:xfrm>
            <a:off x="3218879" y="622979"/>
            <a:ext cx="1260395" cy="311084"/>
            <a:chOff x="1319752" y="656735"/>
            <a:chExt cx="1260395" cy="311084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CB61BED9-E811-A908-83B9-354ABCC04438}"/>
                </a:ext>
              </a:extLst>
            </p:cNvPr>
            <p:cNvGrpSpPr/>
            <p:nvPr/>
          </p:nvGrpSpPr>
          <p:grpSpPr>
            <a:xfrm>
              <a:off x="1319752" y="656735"/>
              <a:ext cx="1260395" cy="311084"/>
              <a:chOff x="1319752" y="656735"/>
              <a:chExt cx="1260395" cy="311084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C249A8B2-232A-3729-3785-621E7F1C56A4}"/>
                  </a:ext>
                </a:extLst>
              </p:cNvPr>
              <p:cNvSpPr/>
              <p:nvPr/>
            </p:nvSpPr>
            <p:spPr>
              <a:xfrm>
                <a:off x="1319752" y="656735"/>
                <a:ext cx="339366" cy="311084"/>
              </a:xfrm>
              <a:prstGeom prst="roundRect">
                <a:avLst/>
              </a:prstGeom>
              <a:solidFill>
                <a:srgbClr val="CDEDED"/>
              </a:solidFill>
              <a:ln>
                <a:solidFill>
                  <a:srgbClr val="9EB7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BE0D0A3F-56CE-33A1-F0EC-A15B4E6C9746}"/>
                  </a:ext>
                </a:extLst>
              </p:cNvPr>
              <p:cNvSpPr/>
              <p:nvPr/>
            </p:nvSpPr>
            <p:spPr>
              <a:xfrm>
                <a:off x="1780267" y="656735"/>
                <a:ext cx="339366" cy="311084"/>
              </a:xfrm>
              <a:prstGeom prst="roundRect">
                <a:avLst/>
              </a:prstGeom>
              <a:solidFill>
                <a:srgbClr val="CDEDED"/>
              </a:solidFill>
              <a:ln>
                <a:solidFill>
                  <a:srgbClr val="9EB7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A4338163-92EB-3967-1C95-0844E09205EC}"/>
                  </a:ext>
                </a:extLst>
              </p:cNvPr>
              <p:cNvSpPr/>
              <p:nvPr/>
            </p:nvSpPr>
            <p:spPr>
              <a:xfrm>
                <a:off x="2240781" y="656735"/>
                <a:ext cx="339366" cy="311084"/>
              </a:xfrm>
              <a:prstGeom prst="roundRect">
                <a:avLst/>
              </a:prstGeom>
              <a:solidFill>
                <a:srgbClr val="CDEDED"/>
              </a:solidFill>
              <a:ln>
                <a:solidFill>
                  <a:srgbClr val="9EB7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3A17849-3FF4-B291-49F6-2338B059A947}"/>
                </a:ext>
              </a:extLst>
            </p:cNvPr>
            <p:cNvCxnSpPr>
              <a:cxnSpLocks/>
              <a:endCxn id="96" idx="1"/>
            </p:cNvCxnSpPr>
            <p:nvPr/>
          </p:nvCxnSpPr>
          <p:spPr>
            <a:xfrm>
              <a:off x="1659118" y="812277"/>
              <a:ext cx="121149" cy="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62E4F176-94CA-216B-229C-65C5502CBB82}"/>
                </a:ext>
              </a:extLst>
            </p:cNvPr>
            <p:cNvCxnSpPr>
              <a:cxnSpLocks/>
              <a:stCxn id="96" idx="3"/>
              <a:endCxn id="97" idx="1"/>
            </p:cNvCxnSpPr>
            <p:nvPr/>
          </p:nvCxnSpPr>
          <p:spPr>
            <a:xfrm>
              <a:off x="2119633" y="812277"/>
              <a:ext cx="121148" cy="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97ECCFA-AD6B-2BD0-22B7-C659E0EC5AF7}"/>
              </a:ext>
            </a:extLst>
          </p:cNvPr>
          <p:cNvGrpSpPr/>
          <p:nvPr/>
        </p:nvGrpSpPr>
        <p:grpSpPr>
          <a:xfrm>
            <a:off x="3218879" y="1205083"/>
            <a:ext cx="1260395" cy="311084"/>
            <a:chOff x="1319752" y="656735"/>
            <a:chExt cx="1260395" cy="311084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1C119CFC-5AB0-B917-9E68-D72D0E784653}"/>
                </a:ext>
              </a:extLst>
            </p:cNvPr>
            <p:cNvSpPr/>
            <p:nvPr/>
          </p:nvSpPr>
          <p:spPr>
            <a:xfrm>
              <a:off x="1319752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22A7E8B2-6190-0288-E0D6-CA173DFF1457}"/>
                </a:ext>
              </a:extLst>
            </p:cNvPr>
            <p:cNvSpPr/>
            <p:nvPr/>
          </p:nvSpPr>
          <p:spPr>
            <a:xfrm>
              <a:off x="1780267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4CF3315F-EF77-913B-9290-4A168D51EECD}"/>
                </a:ext>
              </a:extLst>
            </p:cNvPr>
            <p:cNvSpPr/>
            <p:nvPr/>
          </p:nvSpPr>
          <p:spPr>
            <a:xfrm>
              <a:off x="2240781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86A05FA-DF83-DC25-9565-11C011BBEFDE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3558245" y="1360625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924A371-8B9A-FD15-9103-435D13ADC95E}"/>
              </a:ext>
            </a:extLst>
          </p:cNvPr>
          <p:cNvCxnSpPr>
            <a:cxnSpLocks/>
            <a:stCxn id="90" idx="3"/>
            <a:endCxn id="91" idx="1"/>
          </p:cNvCxnSpPr>
          <p:nvPr/>
        </p:nvCxnSpPr>
        <p:spPr>
          <a:xfrm>
            <a:off x="4018760" y="1360625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E13A2D6E-77C0-F800-E383-FCBC67791CB4}"/>
              </a:ext>
            </a:extLst>
          </p:cNvPr>
          <p:cNvGrpSpPr/>
          <p:nvPr/>
        </p:nvGrpSpPr>
        <p:grpSpPr>
          <a:xfrm>
            <a:off x="3218879" y="1771948"/>
            <a:ext cx="1260395" cy="311084"/>
            <a:chOff x="1319752" y="656735"/>
            <a:chExt cx="1260395" cy="311084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CADAD550-7CB6-6302-1AA8-BDD7FF3C9788}"/>
                </a:ext>
              </a:extLst>
            </p:cNvPr>
            <p:cNvSpPr/>
            <p:nvPr/>
          </p:nvSpPr>
          <p:spPr>
            <a:xfrm>
              <a:off x="1319752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6CF71605-8109-F51E-96D1-7789D83941F9}"/>
                </a:ext>
              </a:extLst>
            </p:cNvPr>
            <p:cNvSpPr/>
            <p:nvPr/>
          </p:nvSpPr>
          <p:spPr>
            <a:xfrm>
              <a:off x="1780267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27B19168-3457-331B-D40F-6B474531042B}"/>
                </a:ext>
              </a:extLst>
            </p:cNvPr>
            <p:cNvSpPr/>
            <p:nvPr/>
          </p:nvSpPr>
          <p:spPr>
            <a:xfrm>
              <a:off x="2240781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69C7D771-E433-2FB3-4512-2A76C7B83166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3558245" y="1927490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942EBA64-51CF-69B9-0FA5-46C8B78BC371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4018760" y="1927490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17346DC-7DF7-2B82-1081-29FF9C3ED7AA}"/>
              </a:ext>
            </a:extLst>
          </p:cNvPr>
          <p:cNvGrpSpPr/>
          <p:nvPr/>
        </p:nvGrpSpPr>
        <p:grpSpPr>
          <a:xfrm>
            <a:off x="3380942" y="926443"/>
            <a:ext cx="921029" cy="271020"/>
            <a:chOff x="1491179" y="967819"/>
            <a:chExt cx="921029" cy="271020"/>
          </a:xfrm>
        </p:grpSpPr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99F4830D-1F00-F444-CD38-47002BB51031}"/>
                </a:ext>
              </a:extLst>
            </p:cNvPr>
            <p:cNvCxnSpPr>
              <a:cxnSpLocks/>
              <a:stCxn id="89" idx="0"/>
              <a:endCxn id="95" idx="2"/>
            </p:cNvCxnSpPr>
            <p:nvPr/>
          </p:nvCxnSpPr>
          <p:spPr>
            <a:xfrm flipV="1">
              <a:off x="1491179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C8847889-F731-916A-665A-25E54C851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1694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94674624-989C-1B18-159B-039F366486B0}"/>
                </a:ext>
              </a:extLst>
            </p:cNvPr>
            <p:cNvCxnSpPr>
              <a:cxnSpLocks/>
              <a:stCxn id="91" idx="0"/>
              <a:endCxn id="97" idx="2"/>
            </p:cNvCxnSpPr>
            <p:nvPr/>
          </p:nvCxnSpPr>
          <p:spPr>
            <a:xfrm flipV="1">
              <a:off x="2412208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054B146B-CB5A-371C-6316-D57C4CA66BBD}"/>
              </a:ext>
            </a:extLst>
          </p:cNvPr>
          <p:cNvGrpSpPr/>
          <p:nvPr/>
        </p:nvGrpSpPr>
        <p:grpSpPr>
          <a:xfrm>
            <a:off x="3380942" y="1511532"/>
            <a:ext cx="921029" cy="271020"/>
            <a:chOff x="1491179" y="967819"/>
            <a:chExt cx="921029" cy="271020"/>
          </a:xfrm>
        </p:grpSpPr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5FE556AD-D873-9A65-BCA4-B8871AF57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1179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9C394884-29EE-F224-C1CD-0244970CF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1694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1BCECC55-0AEE-BF4C-9116-F4D87BAA9A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2208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3F306023-D2BE-A607-1994-5CBCC12FEB9F}"/>
              </a:ext>
            </a:extLst>
          </p:cNvPr>
          <p:cNvCxnSpPr>
            <a:cxnSpLocks/>
            <a:stCxn id="95" idx="3"/>
            <a:endCxn id="96" idx="2"/>
          </p:cNvCxnSpPr>
          <p:nvPr/>
        </p:nvCxnSpPr>
        <p:spPr>
          <a:xfrm>
            <a:off x="3558245" y="778521"/>
            <a:ext cx="290832" cy="155542"/>
          </a:xfrm>
          <a:prstGeom prst="curvedConnector4">
            <a:avLst>
              <a:gd name="adj1" fmla="val 20828"/>
              <a:gd name="adj2" fmla="val 246970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9CA9EED2-36F0-D83E-F4AA-13AF22854F4F}"/>
              </a:ext>
            </a:extLst>
          </p:cNvPr>
          <p:cNvCxnSpPr>
            <a:cxnSpLocks/>
            <a:endCxn id="90" idx="2"/>
          </p:cNvCxnSpPr>
          <p:nvPr/>
        </p:nvCxnSpPr>
        <p:spPr>
          <a:xfrm>
            <a:off x="3555358" y="1362358"/>
            <a:ext cx="293719" cy="153809"/>
          </a:xfrm>
          <a:prstGeom prst="curvedConnector4">
            <a:avLst>
              <a:gd name="adj1" fmla="val 21115"/>
              <a:gd name="adj2" fmla="val 248626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B06EDAE2-BFCE-7B53-A647-9D9D5B2AC1A7}"/>
              </a:ext>
            </a:extLst>
          </p:cNvPr>
          <p:cNvCxnSpPr>
            <a:cxnSpLocks/>
          </p:cNvCxnSpPr>
          <p:nvPr/>
        </p:nvCxnSpPr>
        <p:spPr>
          <a:xfrm>
            <a:off x="3558270" y="1940670"/>
            <a:ext cx="293719" cy="121788"/>
          </a:xfrm>
          <a:prstGeom prst="curvedConnector4">
            <a:avLst>
              <a:gd name="adj1" fmla="val 21115"/>
              <a:gd name="adj2" fmla="val 287703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72C8FA32-8AD8-5633-1F67-2C0CBDC9D128}"/>
              </a:ext>
            </a:extLst>
          </p:cNvPr>
          <p:cNvCxnSpPr>
            <a:cxnSpLocks/>
            <a:stCxn id="96" idx="3"/>
            <a:endCxn id="97" idx="2"/>
          </p:cNvCxnSpPr>
          <p:nvPr/>
        </p:nvCxnSpPr>
        <p:spPr>
          <a:xfrm>
            <a:off x="4018760" y="778521"/>
            <a:ext cx="290831" cy="155542"/>
          </a:xfrm>
          <a:prstGeom prst="curvedConnector4">
            <a:avLst>
              <a:gd name="adj1" fmla="val 20828"/>
              <a:gd name="adj2" fmla="val 246970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043D69FB-0ED6-3C46-41BA-20E5B6A2833A}"/>
              </a:ext>
            </a:extLst>
          </p:cNvPr>
          <p:cNvCxnSpPr>
            <a:cxnSpLocks/>
            <a:endCxn id="91" idx="2"/>
          </p:cNvCxnSpPr>
          <p:nvPr/>
        </p:nvCxnSpPr>
        <p:spPr>
          <a:xfrm>
            <a:off x="4027479" y="1362358"/>
            <a:ext cx="282112" cy="153809"/>
          </a:xfrm>
          <a:prstGeom prst="curvedConnector4">
            <a:avLst>
              <a:gd name="adj1" fmla="val 19926"/>
              <a:gd name="adj2" fmla="val 248626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4CF21B0C-4BDA-9077-2C63-505405528859}"/>
              </a:ext>
            </a:extLst>
          </p:cNvPr>
          <p:cNvCxnSpPr>
            <a:cxnSpLocks/>
          </p:cNvCxnSpPr>
          <p:nvPr/>
        </p:nvCxnSpPr>
        <p:spPr>
          <a:xfrm>
            <a:off x="4030391" y="1940670"/>
            <a:ext cx="293719" cy="121788"/>
          </a:xfrm>
          <a:prstGeom prst="curvedConnector4">
            <a:avLst>
              <a:gd name="adj1" fmla="val 21115"/>
              <a:gd name="adj2" fmla="val 287703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7E87EEA-203E-09DD-65AB-FC6055590F4C}"/>
              </a:ext>
            </a:extLst>
          </p:cNvPr>
          <p:cNvCxnSpPr>
            <a:cxnSpLocks/>
            <a:stCxn id="97" idx="3"/>
            <a:endCxn id="163" idx="1"/>
          </p:cNvCxnSpPr>
          <p:nvPr/>
        </p:nvCxnSpPr>
        <p:spPr>
          <a:xfrm>
            <a:off x="4479274" y="778521"/>
            <a:ext cx="159066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E0FBB03-A0AE-003F-0195-6EBB271B347E}"/>
              </a:ext>
            </a:extLst>
          </p:cNvPr>
          <p:cNvCxnSpPr>
            <a:cxnSpLocks/>
            <a:stCxn id="91" idx="3"/>
            <a:endCxn id="164" idx="1"/>
          </p:cNvCxnSpPr>
          <p:nvPr/>
        </p:nvCxnSpPr>
        <p:spPr>
          <a:xfrm>
            <a:off x="4479274" y="1360625"/>
            <a:ext cx="159066" cy="2003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79B25D3-F5DF-799D-6016-51232DA980BB}"/>
              </a:ext>
            </a:extLst>
          </p:cNvPr>
          <p:cNvCxnSpPr>
            <a:cxnSpLocks/>
          </p:cNvCxnSpPr>
          <p:nvPr/>
        </p:nvCxnSpPr>
        <p:spPr>
          <a:xfrm>
            <a:off x="4479274" y="1916255"/>
            <a:ext cx="159066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04890C3-28B2-A9F6-3841-47F01D384907}"/>
              </a:ext>
            </a:extLst>
          </p:cNvPr>
          <p:cNvCxnSpPr>
            <a:cxnSpLocks/>
            <a:stCxn id="125" idx="1"/>
          </p:cNvCxnSpPr>
          <p:nvPr/>
        </p:nvCxnSpPr>
        <p:spPr>
          <a:xfrm flipH="1">
            <a:off x="5446567" y="778521"/>
            <a:ext cx="131846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2D7B88C-10F1-6103-1085-1AD69A13CDB6}"/>
              </a:ext>
            </a:extLst>
          </p:cNvPr>
          <p:cNvCxnSpPr>
            <a:cxnSpLocks/>
            <a:stCxn id="119" idx="1"/>
          </p:cNvCxnSpPr>
          <p:nvPr/>
        </p:nvCxnSpPr>
        <p:spPr>
          <a:xfrm flipH="1" flipV="1">
            <a:off x="5446567" y="1351198"/>
            <a:ext cx="131846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CF161D6-0B28-1490-9321-E2E58DA5A9A2}"/>
              </a:ext>
            </a:extLst>
          </p:cNvPr>
          <p:cNvCxnSpPr>
            <a:cxnSpLocks/>
          </p:cNvCxnSpPr>
          <p:nvPr/>
        </p:nvCxnSpPr>
        <p:spPr>
          <a:xfrm flipH="1">
            <a:off x="5459186" y="1927490"/>
            <a:ext cx="119227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71D910F-C96F-CEEE-5D8F-6B7E7FAE1617}"/>
              </a:ext>
            </a:extLst>
          </p:cNvPr>
          <p:cNvCxnSpPr>
            <a:cxnSpLocks/>
            <a:stCxn id="17" idx="1"/>
            <a:endCxn id="140" idx="3"/>
          </p:cNvCxnSpPr>
          <p:nvPr/>
        </p:nvCxnSpPr>
        <p:spPr>
          <a:xfrm flipH="1" flipV="1">
            <a:off x="7810199" y="767091"/>
            <a:ext cx="193866" cy="588965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407A379-933A-E197-B6E2-A6683591BE29}"/>
              </a:ext>
            </a:extLst>
          </p:cNvPr>
          <p:cNvCxnSpPr>
            <a:cxnSpLocks/>
            <a:stCxn id="17" idx="1"/>
            <a:endCxn id="141" idx="3"/>
          </p:cNvCxnSpPr>
          <p:nvPr/>
        </p:nvCxnSpPr>
        <p:spPr>
          <a:xfrm flipH="1" flipV="1">
            <a:off x="7810199" y="1351198"/>
            <a:ext cx="193866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B2A3BF8D-59FE-DC22-6329-6ABEA5489C90}"/>
              </a:ext>
            </a:extLst>
          </p:cNvPr>
          <p:cNvSpPr/>
          <p:nvPr/>
        </p:nvSpPr>
        <p:spPr>
          <a:xfrm>
            <a:off x="5149586" y="625408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EFD9771-1A2D-D5A8-0055-77D0EA5F5ADE}"/>
              </a:ext>
            </a:extLst>
          </p:cNvPr>
          <p:cNvSpPr/>
          <p:nvPr/>
        </p:nvSpPr>
        <p:spPr>
          <a:xfrm>
            <a:off x="5149586" y="1209515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E83152B-F4D7-5A50-5FEC-B769629AFD72}"/>
              </a:ext>
            </a:extLst>
          </p:cNvPr>
          <p:cNvSpPr/>
          <p:nvPr/>
        </p:nvSpPr>
        <p:spPr>
          <a:xfrm>
            <a:off x="5149586" y="1793622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180659D-9485-6FA3-17B3-0389D7A64EFF}"/>
              </a:ext>
            </a:extLst>
          </p:cNvPr>
          <p:cNvSpPr/>
          <p:nvPr/>
        </p:nvSpPr>
        <p:spPr>
          <a:xfrm>
            <a:off x="6971061" y="611549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0A1FDB2-D3A5-BAD8-E9FF-DFE0B1356F1A}"/>
              </a:ext>
            </a:extLst>
          </p:cNvPr>
          <p:cNvSpPr/>
          <p:nvPr/>
        </p:nvSpPr>
        <p:spPr>
          <a:xfrm>
            <a:off x="6971061" y="1195656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3E2C784-8276-66DB-D026-63C9792DDEFE}"/>
              </a:ext>
            </a:extLst>
          </p:cNvPr>
          <p:cNvSpPr/>
          <p:nvPr/>
        </p:nvSpPr>
        <p:spPr>
          <a:xfrm>
            <a:off x="6971061" y="1779763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D522719-5491-0127-1947-1C02EE1ED719}"/>
              </a:ext>
            </a:extLst>
          </p:cNvPr>
          <p:cNvSpPr/>
          <p:nvPr/>
        </p:nvSpPr>
        <p:spPr>
          <a:xfrm>
            <a:off x="7500599" y="611549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B2FF3B4B-892F-4B79-2DC9-7CFC04D51C21}"/>
              </a:ext>
            </a:extLst>
          </p:cNvPr>
          <p:cNvSpPr/>
          <p:nvPr/>
        </p:nvSpPr>
        <p:spPr>
          <a:xfrm>
            <a:off x="7500599" y="1195656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6B9448C-0C65-9F80-D88D-245A73B5F8FD}"/>
              </a:ext>
            </a:extLst>
          </p:cNvPr>
          <p:cNvSpPr/>
          <p:nvPr/>
        </p:nvSpPr>
        <p:spPr>
          <a:xfrm>
            <a:off x="7500599" y="1779763"/>
            <a:ext cx="309600" cy="3110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B91AE26C-0B6C-59B0-67BF-2E5519C3E6BA}"/>
              </a:ext>
            </a:extLst>
          </p:cNvPr>
          <p:cNvCxnSpPr>
            <a:cxnSpLocks/>
            <a:stCxn id="17" idx="1"/>
            <a:endCxn id="142" idx="3"/>
          </p:cNvCxnSpPr>
          <p:nvPr/>
        </p:nvCxnSpPr>
        <p:spPr>
          <a:xfrm flipH="1">
            <a:off x="7810199" y="1356056"/>
            <a:ext cx="193866" cy="579249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F97AF5FF-D279-EB06-CFB0-F2E663319BD7}"/>
              </a:ext>
            </a:extLst>
          </p:cNvPr>
          <p:cNvCxnSpPr>
            <a:cxnSpLocks/>
            <a:stCxn id="203" idx="1"/>
            <a:endCxn id="17" idx="3"/>
          </p:cNvCxnSpPr>
          <p:nvPr/>
        </p:nvCxnSpPr>
        <p:spPr>
          <a:xfrm flipH="1">
            <a:off x="8343431" y="778521"/>
            <a:ext cx="187380" cy="577535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A43615B2-3824-88A1-9279-91836FEE55D7}"/>
              </a:ext>
            </a:extLst>
          </p:cNvPr>
          <p:cNvCxnSpPr>
            <a:cxnSpLocks/>
            <a:stCxn id="204" idx="1"/>
            <a:endCxn id="17" idx="3"/>
          </p:cNvCxnSpPr>
          <p:nvPr/>
        </p:nvCxnSpPr>
        <p:spPr>
          <a:xfrm flipH="1" flipV="1">
            <a:off x="8343431" y="1356056"/>
            <a:ext cx="187380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89D83A55-5CBF-25E8-D5AD-419CBF01B300}"/>
              </a:ext>
            </a:extLst>
          </p:cNvPr>
          <p:cNvCxnSpPr>
            <a:cxnSpLocks/>
            <a:stCxn id="205" idx="1"/>
            <a:endCxn id="17" idx="3"/>
          </p:cNvCxnSpPr>
          <p:nvPr/>
        </p:nvCxnSpPr>
        <p:spPr>
          <a:xfrm flipH="1" flipV="1">
            <a:off x="8343431" y="1356056"/>
            <a:ext cx="187380" cy="586674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C6DA610F-A377-3093-8F3E-0B948F21190F}"/>
              </a:ext>
            </a:extLst>
          </p:cNvPr>
          <p:cNvCxnSpPr>
            <a:cxnSpLocks/>
            <a:stCxn id="203" idx="3"/>
            <a:endCxn id="215" idx="1"/>
          </p:cNvCxnSpPr>
          <p:nvPr/>
        </p:nvCxnSpPr>
        <p:spPr>
          <a:xfrm>
            <a:off x="8870177" y="778521"/>
            <a:ext cx="190362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18515B66-98F0-D8AE-6995-76BC6AB7D9E7}"/>
              </a:ext>
            </a:extLst>
          </p:cNvPr>
          <p:cNvCxnSpPr>
            <a:cxnSpLocks/>
            <a:stCxn id="204" idx="3"/>
            <a:endCxn id="216" idx="1"/>
          </p:cNvCxnSpPr>
          <p:nvPr/>
        </p:nvCxnSpPr>
        <p:spPr>
          <a:xfrm>
            <a:off x="8870177" y="1360625"/>
            <a:ext cx="190362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A35BFAF1-4F5D-D655-6840-6462CF3E096B}"/>
              </a:ext>
            </a:extLst>
          </p:cNvPr>
          <p:cNvCxnSpPr>
            <a:cxnSpLocks/>
          </p:cNvCxnSpPr>
          <p:nvPr/>
        </p:nvCxnSpPr>
        <p:spPr>
          <a:xfrm>
            <a:off x="8870177" y="1927490"/>
            <a:ext cx="190362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连接符: 曲线 191">
            <a:extLst>
              <a:ext uri="{FF2B5EF4-FFF2-40B4-BE49-F238E27FC236}">
                <a16:creationId xmlns:a16="http://schemas.microsoft.com/office/drawing/2014/main" id="{47553300-8610-0DE8-3FCD-D11FE363209D}"/>
              </a:ext>
            </a:extLst>
          </p:cNvPr>
          <p:cNvCxnSpPr>
            <a:cxnSpLocks/>
            <a:stCxn id="215" idx="3"/>
            <a:endCxn id="227" idx="2"/>
          </p:cNvCxnSpPr>
          <p:nvPr/>
        </p:nvCxnSpPr>
        <p:spPr>
          <a:xfrm>
            <a:off x="9399905" y="778521"/>
            <a:ext cx="472666" cy="155542"/>
          </a:xfrm>
          <a:prstGeom prst="curvedConnector4">
            <a:avLst>
              <a:gd name="adj1" fmla="val 32050"/>
              <a:gd name="adj2" fmla="val 246970"/>
            </a:avLst>
          </a:prstGeom>
          <a:grpFill/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连接符: 曲线 231">
            <a:extLst>
              <a:ext uri="{FF2B5EF4-FFF2-40B4-BE49-F238E27FC236}">
                <a16:creationId xmlns:a16="http://schemas.microsoft.com/office/drawing/2014/main" id="{8270CF1A-A871-9877-187C-8D3599BD185F}"/>
              </a:ext>
            </a:extLst>
          </p:cNvPr>
          <p:cNvCxnSpPr>
            <a:cxnSpLocks/>
            <a:stCxn id="216" idx="3"/>
            <a:endCxn id="228" idx="2"/>
          </p:cNvCxnSpPr>
          <p:nvPr/>
        </p:nvCxnSpPr>
        <p:spPr>
          <a:xfrm>
            <a:off x="9399905" y="1360625"/>
            <a:ext cx="472666" cy="155542"/>
          </a:xfrm>
          <a:prstGeom prst="curvedConnector4">
            <a:avLst>
              <a:gd name="adj1" fmla="val 32050"/>
              <a:gd name="adj2" fmla="val 246970"/>
            </a:avLst>
          </a:prstGeom>
          <a:grpFill/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连接符: 曲线 234">
            <a:extLst>
              <a:ext uri="{FF2B5EF4-FFF2-40B4-BE49-F238E27FC236}">
                <a16:creationId xmlns:a16="http://schemas.microsoft.com/office/drawing/2014/main" id="{D1CDF4C2-D7E8-276A-9BDE-282902FD8A5F}"/>
              </a:ext>
            </a:extLst>
          </p:cNvPr>
          <p:cNvCxnSpPr>
            <a:cxnSpLocks/>
          </p:cNvCxnSpPr>
          <p:nvPr/>
        </p:nvCxnSpPr>
        <p:spPr>
          <a:xfrm>
            <a:off x="9399905" y="1927490"/>
            <a:ext cx="472666" cy="155542"/>
          </a:xfrm>
          <a:prstGeom prst="curvedConnector4">
            <a:avLst>
              <a:gd name="adj1" fmla="val 32050"/>
              <a:gd name="adj2" fmla="val 246970"/>
            </a:avLst>
          </a:prstGeom>
          <a:grpFill/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F5C7E8A4-77F1-A1F4-ACEB-F0D94CF751E1}"/>
              </a:ext>
            </a:extLst>
          </p:cNvPr>
          <p:cNvCxnSpPr>
            <a:cxnSpLocks/>
            <a:stCxn id="215" idx="3"/>
            <a:endCxn id="227" idx="1"/>
          </p:cNvCxnSpPr>
          <p:nvPr/>
        </p:nvCxnSpPr>
        <p:spPr>
          <a:xfrm>
            <a:off x="9399905" y="778521"/>
            <a:ext cx="302983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>
            <a:extLst>
              <a:ext uri="{FF2B5EF4-FFF2-40B4-BE49-F238E27FC236}">
                <a16:creationId xmlns:a16="http://schemas.microsoft.com/office/drawing/2014/main" id="{C33CDD22-02D9-F6CD-A674-925F14EEACE6}"/>
              </a:ext>
            </a:extLst>
          </p:cNvPr>
          <p:cNvCxnSpPr>
            <a:cxnSpLocks/>
            <a:stCxn id="216" idx="3"/>
            <a:endCxn id="228" idx="1"/>
          </p:cNvCxnSpPr>
          <p:nvPr/>
        </p:nvCxnSpPr>
        <p:spPr>
          <a:xfrm>
            <a:off x="9399905" y="1360625"/>
            <a:ext cx="302983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28EDED77-29A7-B333-ECAD-D5F9369EB238}"/>
              </a:ext>
            </a:extLst>
          </p:cNvPr>
          <p:cNvCxnSpPr>
            <a:cxnSpLocks/>
          </p:cNvCxnSpPr>
          <p:nvPr/>
        </p:nvCxnSpPr>
        <p:spPr>
          <a:xfrm>
            <a:off x="9399905" y="1927490"/>
            <a:ext cx="302983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>
            <a:extLst>
              <a:ext uri="{FF2B5EF4-FFF2-40B4-BE49-F238E27FC236}">
                <a16:creationId xmlns:a16="http://schemas.microsoft.com/office/drawing/2014/main" id="{AF059406-1454-FDB2-AADA-560E534ADFEC}"/>
              </a:ext>
            </a:extLst>
          </p:cNvPr>
          <p:cNvCxnSpPr>
            <a:cxnSpLocks/>
          </p:cNvCxnSpPr>
          <p:nvPr/>
        </p:nvCxnSpPr>
        <p:spPr>
          <a:xfrm flipV="1">
            <a:off x="10042254" y="1908635"/>
            <a:ext cx="244630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03869983-11C1-68BD-DBE8-115C2592999E}"/>
              </a:ext>
            </a:extLst>
          </p:cNvPr>
          <p:cNvCxnSpPr>
            <a:cxnSpLocks/>
            <a:stCxn id="228" idx="3"/>
            <a:endCxn id="180" idx="1"/>
          </p:cNvCxnSpPr>
          <p:nvPr/>
        </p:nvCxnSpPr>
        <p:spPr>
          <a:xfrm flipV="1">
            <a:off x="10042254" y="1351198"/>
            <a:ext cx="244630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箭头连接符 275">
            <a:extLst>
              <a:ext uri="{FF2B5EF4-FFF2-40B4-BE49-F238E27FC236}">
                <a16:creationId xmlns:a16="http://schemas.microsoft.com/office/drawing/2014/main" id="{B62FFE1C-8D44-AD75-CF13-F3A06C0EC285}"/>
              </a:ext>
            </a:extLst>
          </p:cNvPr>
          <p:cNvCxnSpPr>
            <a:cxnSpLocks/>
            <a:stCxn id="227" idx="3"/>
            <a:endCxn id="179" idx="1"/>
          </p:cNvCxnSpPr>
          <p:nvPr/>
        </p:nvCxnSpPr>
        <p:spPr>
          <a:xfrm>
            <a:off x="10042254" y="778521"/>
            <a:ext cx="244630" cy="0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连接符: 曲线 278">
            <a:extLst>
              <a:ext uri="{FF2B5EF4-FFF2-40B4-BE49-F238E27FC236}">
                <a16:creationId xmlns:a16="http://schemas.microsoft.com/office/drawing/2014/main" id="{3FA7C1AE-2FC3-32C4-AD3F-D689F962D161}"/>
              </a:ext>
            </a:extLst>
          </p:cNvPr>
          <p:cNvCxnSpPr>
            <a:cxnSpLocks/>
            <a:stCxn id="215" idx="2"/>
            <a:endCxn id="221" idx="1"/>
          </p:cNvCxnSpPr>
          <p:nvPr/>
        </p:nvCxnSpPr>
        <p:spPr>
          <a:xfrm rot="5400000" flipH="1" flipV="1">
            <a:off x="9928227" y="80515"/>
            <a:ext cx="155542" cy="1551553"/>
          </a:xfrm>
          <a:prstGeom prst="curvedConnector4">
            <a:avLst>
              <a:gd name="adj1" fmla="val -146970"/>
              <a:gd name="adj2" fmla="val 55468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连接符: 曲线 283">
            <a:extLst>
              <a:ext uri="{FF2B5EF4-FFF2-40B4-BE49-F238E27FC236}">
                <a16:creationId xmlns:a16="http://schemas.microsoft.com/office/drawing/2014/main" id="{EEA34242-9C04-8325-F94B-ACBCCAA2EB05}"/>
              </a:ext>
            </a:extLst>
          </p:cNvPr>
          <p:cNvCxnSpPr>
            <a:cxnSpLocks/>
            <a:stCxn id="216" idx="2"/>
            <a:endCxn id="222" idx="1"/>
          </p:cNvCxnSpPr>
          <p:nvPr/>
        </p:nvCxnSpPr>
        <p:spPr>
          <a:xfrm rot="5400000" flipH="1" flipV="1">
            <a:off x="9928227" y="662619"/>
            <a:ext cx="155542" cy="1551553"/>
          </a:xfrm>
          <a:prstGeom prst="curvedConnector4">
            <a:avLst>
              <a:gd name="adj1" fmla="val -146970"/>
              <a:gd name="adj2" fmla="val 55468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连接符: 曲线 286">
            <a:extLst>
              <a:ext uri="{FF2B5EF4-FFF2-40B4-BE49-F238E27FC236}">
                <a16:creationId xmlns:a16="http://schemas.microsoft.com/office/drawing/2014/main" id="{89E8712B-D2AC-DD09-9805-3AB9091B2EE2}"/>
              </a:ext>
            </a:extLst>
          </p:cNvPr>
          <p:cNvCxnSpPr>
            <a:cxnSpLocks/>
            <a:stCxn id="217" idx="2"/>
            <a:endCxn id="223" idx="1"/>
          </p:cNvCxnSpPr>
          <p:nvPr/>
        </p:nvCxnSpPr>
        <p:spPr>
          <a:xfrm rot="5400000" flipH="1" flipV="1">
            <a:off x="9928227" y="1244724"/>
            <a:ext cx="155542" cy="1551553"/>
          </a:xfrm>
          <a:prstGeom prst="curvedConnector4">
            <a:avLst>
              <a:gd name="adj1" fmla="val -146970"/>
              <a:gd name="adj2" fmla="val 55468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1FD30821-6520-FE38-7F26-77D9DD1717D8}"/>
              </a:ext>
            </a:extLst>
          </p:cNvPr>
          <p:cNvCxnSpPr>
            <a:cxnSpLocks/>
            <a:stCxn id="221" idx="3"/>
            <a:endCxn id="175" idx="1"/>
          </p:cNvCxnSpPr>
          <p:nvPr/>
        </p:nvCxnSpPr>
        <p:spPr>
          <a:xfrm>
            <a:off x="11121141" y="778521"/>
            <a:ext cx="14037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292">
            <a:extLst>
              <a:ext uri="{FF2B5EF4-FFF2-40B4-BE49-F238E27FC236}">
                <a16:creationId xmlns:a16="http://schemas.microsoft.com/office/drawing/2014/main" id="{4609ECB2-3C2A-72FB-2625-6DDA96742FD2}"/>
              </a:ext>
            </a:extLst>
          </p:cNvPr>
          <p:cNvCxnSpPr>
            <a:cxnSpLocks/>
            <a:stCxn id="222" idx="3"/>
            <a:endCxn id="176" idx="1"/>
          </p:cNvCxnSpPr>
          <p:nvPr/>
        </p:nvCxnSpPr>
        <p:spPr>
          <a:xfrm flipV="1">
            <a:off x="11121141" y="1351198"/>
            <a:ext cx="14037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箭头连接符 295">
            <a:extLst>
              <a:ext uri="{FF2B5EF4-FFF2-40B4-BE49-F238E27FC236}">
                <a16:creationId xmlns:a16="http://schemas.microsoft.com/office/drawing/2014/main" id="{0929A397-4F60-F43D-11F4-6F145D28AE80}"/>
              </a:ext>
            </a:extLst>
          </p:cNvPr>
          <p:cNvCxnSpPr>
            <a:cxnSpLocks/>
          </p:cNvCxnSpPr>
          <p:nvPr/>
        </p:nvCxnSpPr>
        <p:spPr>
          <a:xfrm flipV="1">
            <a:off x="11121141" y="1939115"/>
            <a:ext cx="14037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7B46CC42-A01E-562E-1216-A1072E412228}"/>
              </a:ext>
            </a:extLst>
          </p:cNvPr>
          <p:cNvSpPr/>
          <p:nvPr/>
        </p:nvSpPr>
        <p:spPr>
          <a:xfrm>
            <a:off x="10196219" y="2401522"/>
            <a:ext cx="1404503" cy="1504834"/>
          </a:xfrm>
          <a:prstGeom prst="roundRect">
            <a:avLst>
              <a:gd name="adj" fmla="val 12327"/>
            </a:avLst>
          </a:prstGeom>
          <a:solidFill>
            <a:schemeClr val="accent3">
              <a:lumMod val="20000"/>
              <a:lumOff val="80000"/>
              <a:alpha val="65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9" name="直接箭头连接符 298">
            <a:extLst>
              <a:ext uri="{FF2B5EF4-FFF2-40B4-BE49-F238E27FC236}">
                <a16:creationId xmlns:a16="http://schemas.microsoft.com/office/drawing/2014/main" id="{948094BB-0898-8FA9-8E5A-30CDDDF2FE3C}"/>
              </a:ext>
            </a:extLst>
          </p:cNvPr>
          <p:cNvCxnSpPr>
            <a:cxnSpLocks/>
          </p:cNvCxnSpPr>
          <p:nvPr/>
        </p:nvCxnSpPr>
        <p:spPr>
          <a:xfrm flipV="1">
            <a:off x="10344942" y="2483088"/>
            <a:ext cx="0" cy="18000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C3A02D89-2A49-0BB7-765D-970FEF398A9C}"/>
              </a:ext>
            </a:extLst>
          </p:cNvPr>
          <p:cNvCxnSpPr>
            <a:cxnSpLocks/>
          </p:cNvCxnSpPr>
          <p:nvPr/>
        </p:nvCxnSpPr>
        <p:spPr>
          <a:xfrm>
            <a:off x="10344942" y="2774146"/>
            <a:ext cx="0" cy="18000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矩形 301">
            <a:extLst>
              <a:ext uri="{FF2B5EF4-FFF2-40B4-BE49-F238E27FC236}">
                <a16:creationId xmlns:a16="http://schemas.microsoft.com/office/drawing/2014/main" id="{3D2FCD51-174B-EC2E-C465-1CCBBC4FFEF9}"/>
              </a:ext>
            </a:extLst>
          </p:cNvPr>
          <p:cNvSpPr/>
          <p:nvPr/>
        </p:nvSpPr>
        <p:spPr>
          <a:xfrm>
            <a:off x="10245942" y="3065204"/>
            <a:ext cx="198000" cy="180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B3EF1119-812C-9350-BAB9-527EF99B8855}"/>
              </a:ext>
            </a:extLst>
          </p:cNvPr>
          <p:cNvSpPr/>
          <p:nvPr/>
        </p:nvSpPr>
        <p:spPr>
          <a:xfrm>
            <a:off x="10245942" y="3356262"/>
            <a:ext cx="198000" cy="180000"/>
          </a:xfrm>
          <a:prstGeom prst="roundRect">
            <a:avLst/>
          </a:prstGeom>
          <a:solidFill>
            <a:srgbClr val="D0CECF"/>
          </a:solidFill>
          <a:ln>
            <a:solidFill>
              <a:srgbClr val="AAAC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4" name="矩形: 圆角 303">
            <a:extLst>
              <a:ext uri="{FF2B5EF4-FFF2-40B4-BE49-F238E27FC236}">
                <a16:creationId xmlns:a16="http://schemas.microsoft.com/office/drawing/2014/main" id="{CCA1E596-C7AA-D778-8ABD-6AB31B3E68B0}"/>
              </a:ext>
            </a:extLst>
          </p:cNvPr>
          <p:cNvSpPr/>
          <p:nvPr/>
        </p:nvSpPr>
        <p:spPr>
          <a:xfrm>
            <a:off x="10245942" y="3647319"/>
            <a:ext cx="198000" cy="180000"/>
          </a:xfrm>
          <a:prstGeom prst="roundRect">
            <a:avLst/>
          </a:prstGeom>
          <a:solidFill>
            <a:srgbClr val="CDEDED"/>
          </a:solidFill>
          <a:ln>
            <a:solidFill>
              <a:srgbClr val="9EB7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2C69B2B1-1328-D203-C276-8AD7D591B609}"/>
              </a:ext>
            </a:extLst>
          </p:cNvPr>
          <p:cNvSpPr txBox="1"/>
          <p:nvPr/>
        </p:nvSpPr>
        <p:spPr>
          <a:xfrm>
            <a:off x="10442119" y="2414237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111CEDD0-3FFC-0F0E-2DF3-348655DE50D1}"/>
              </a:ext>
            </a:extLst>
          </p:cNvPr>
          <p:cNvSpPr txBox="1"/>
          <p:nvPr/>
        </p:nvSpPr>
        <p:spPr>
          <a:xfrm>
            <a:off x="10442119" y="2707782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unpooling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08B7F4E1-E595-2FAD-4FBF-6C9A8C2989A1}"/>
              </a:ext>
            </a:extLst>
          </p:cNvPr>
          <p:cNvSpPr txBox="1"/>
          <p:nvPr/>
        </p:nvSpPr>
        <p:spPr>
          <a:xfrm>
            <a:off x="10442119" y="3001327"/>
            <a:ext cx="1149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head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2EB46D00-5553-3540-5877-B669DA0A3004}"/>
              </a:ext>
            </a:extLst>
          </p:cNvPr>
          <p:cNvSpPr txBox="1"/>
          <p:nvPr/>
        </p:nvSpPr>
        <p:spPr>
          <a:xfrm>
            <a:off x="10442119" y="3294872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branch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28B34F3A-58DB-172A-8216-5BEC0D524F2A}"/>
              </a:ext>
            </a:extLst>
          </p:cNvPr>
          <p:cNvSpPr txBox="1"/>
          <p:nvPr/>
        </p:nvSpPr>
        <p:spPr>
          <a:xfrm>
            <a:off x="10442119" y="3588419"/>
            <a:ext cx="1661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branch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DE5BF77E-3362-1F44-F306-FD2B2D70AD0C}"/>
              </a:ext>
            </a:extLst>
          </p:cNvPr>
          <p:cNvSpPr txBox="1"/>
          <p:nvPr/>
        </p:nvSpPr>
        <p:spPr>
          <a:xfrm>
            <a:off x="9230221" y="3924542"/>
            <a:ext cx="29012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Auxiliary Reversible Branch</a:t>
            </a:r>
            <a:endParaRPr lang="zh-CN" altLang="en-US" sz="1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7CF1BC63-AF39-4D39-1373-7C995725265C}"/>
              </a:ext>
            </a:extLst>
          </p:cNvPr>
          <p:cNvCxnSpPr>
            <a:cxnSpLocks/>
            <a:stCxn id="209" idx="0"/>
            <a:endCxn id="205" idx="2"/>
          </p:cNvCxnSpPr>
          <p:nvPr/>
        </p:nvCxnSpPr>
        <p:spPr>
          <a:xfrm flipV="1">
            <a:off x="8700494" y="2098272"/>
            <a:ext cx="0" cy="298197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C325056A-6545-330C-BA3E-037592667F25}"/>
              </a:ext>
            </a:extLst>
          </p:cNvPr>
          <p:cNvCxnSpPr>
            <a:cxnSpLocks/>
          </p:cNvCxnSpPr>
          <p:nvPr/>
        </p:nvCxnSpPr>
        <p:spPr>
          <a:xfrm flipV="1">
            <a:off x="8720814" y="387929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F488DE73-B0DA-99ED-7CD5-127921FC287C}"/>
              </a:ext>
            </a:extLst>
          </p:cNvPr>
          <p:cNvCxnSpPr>
            <a:cxnSpLocks/>
            <a:stCxn id="444" idx="0"/>
            <a:endCxn id="241" idx="2"/>
          </p:cNvCxnSpPr>
          <p:nvPr/>
        </p:nvCxnSpPr>
        <p:spPr>
          <a:xfrm flipV="1">
            <a:off x="8710654" y="3848813"/>
            <a:ext cx="1152272" cy="243887"/>
          </a:xfrm>
          <a:prstGeom prst="straightConnector1">
            <a:avLst/>
          </a:prstGeom>
          <a:solidFill>
            <a:srgbClr val="D0CECF"/>
          </a:solidFill>
          <a:ln w="19050">
            <a:solidFill>
              <a:srgbClr val="AAACA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文本框 320">
            <a:extLst>
              <a:ext uri="{FF2B5EF4-FFF2-40B4-BE49-F238E27FC236}">
                <a16:creationId xmlns:a16="http://schemas.microsoft.com/office/drawing/2014/main" id="{BAA23E6E-8FE5-4F03-E80C-585888AA05AF}"/>
              </a:ext>
            </a:extLst>
          </p:cNvPr>
          <p:cNvSpPr txBox="1"/>
          <p:nvPr/>
        </p:nvSpPr>
        <p:spPr>
          <a:xfrm>
            <a:off x="6112188" y="2183441"/>
            <a:ext cx="29012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Multi-level Auxiliary Information</a:t>
            </a:r>
            <a:endParaRPr lang="zh-CN" altLang="en-US" sz="12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E10CC049-CCC8-A37C-82F4-5C8458EF1897}"/>
              </a:ext>
            </a:extLst>
          </p:cNvPr>
          <p:cNvCxnSpPr>
            <a:cxnSpLocks/>
            <a:stCxn id="245" idx="0"/>
            <a:endCxn id="113" idx="2"/>
          </p:cNvCxnSpPr>
          <p:nvPr/>
        </p:nvCxnSpPr>
        <p:spPr>
          <a:xfrm flipH="1" flipV="1">
            <a:off x="5748096" y="2098272"/>
            <a:ext cx="2783" cy="298197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3A5F3AE7-4FB3-5087-4FDF-B01D164E67B9}"/>
              </a:ext>
            </a:extLst>
          </p:cNvPr>
          <p:cNvCxnSpPr>
            <a:cxnSpLocks/>
          </p:cNvCxnSpPr>
          <p:nvPr/>
        </p:nvCxnSpPr>
        <p:spPr>
          <a:xfrm flipV="1">
            <a:off x="5754094" y="3879293"/>
            <a:ext cx="0" cy="27102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文本框 325">
            <a:extLst>
              <a:ext uri="{FF2B5EF4-FFF2-40B4-BE49-F238E27FC236}">
                <a16:creationId xmlns:a16="http://schemas.microsoft.com/office/drawing/2014/main" id="{8C25B948-68B2-D931-AFBA-A4A954F05C49}"/>
              </a:ext>
            </a:extLst>
          </p:cNvPr>
          <p:cNvSpPr txBox="1"/>
          <p:nvPr/>
        </p:nvSpPr>
        <p:spPr>
          <a:xfrm>
            <a:off x="4401852" y="2190768"/>
            <a:ext cx="29012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Broken Information</a:t>
            </a:r>
            <a:endParaRPr lang="zh-CN" altLang="en-US" sz="1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C9D97D22-37E6-BFA0-D664-0D6381826DBC}"/>
              </a:ext>
            </a:extLst>
          </p:cNvPr>
          <p:cNvSpPr txBox="1"/>
          <p:nvPr/>
        </p:nvSpPr>
        <p:spPr>
          <a:xfrm>
            <a:off x="4479274" y="3693271"/>
            <a:ext cx="29012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9D4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Cost</a:t>
            </a:r>
            <a:endParaRPr lang="zh-CN" altLang="en-US" sz="1200" dirty="0">
              <a:solidFill>
                <a:srgbClr val="9D4B9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B545E38A-E6F0-97AE-5109-48D092293C53}"/>
              </a:ext>
            </a:extLst>
          </p:cNvPr>
          <p:cNvSpPr txBox="1"/>
          <p:nvPr/>
        </p:nvSpPr>
        <p:spPr>
          <a:xfrm>
            <a:off x="1657605" y="2210929"/>
            <a:ext cx="29012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Bottleneck</a:t>
            </a:r>
            <a:endParaRPr lang="zh-CN" altLang="en-US" sz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9" name="直接箭头连接符 328">
            <a:extLst>
              <a:ext uri="{FF2B5EF4-FFF2-40B4-BE49-F238E27FC236}">
                <a16:creationId xmlns:a16="http://schemas.microsoft.com/office/drawing/2014/main" id="{B5E822EB-07D0-10E0-A9D1-008080476D5D}"/>
              </a:ext>
            </a:extLst>
          </p:cNvPr>
          <p:cNvCxnSpPr>
            <a:cxnSpLocks/>
            <a:stCxn id="197" idx="0"/>
            <a:endCxn id="46" idx="2"/>
          </p:cNvCxnSpPr>
          <p:nvPr/>
        </p:nvCxnSpPr>
        <p:spPr>
          <a:xfrm flipV="1">
            <a:off x="1491179" y="2116786"/>
            <a:ext cx="0" cy="279683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E44C9159-E126-8C75-73B3-7A6F36E98650}"/>
              </a:ext>
            </a:extLst>
          </p:cNvPr>
          <p:cNvGrpSpPr/>
          <p:nvPr/>
        </p:nvGrpSpPr>
        <p:grpSpPr>
          <a:xfrm>
            <a:off x="3218879" y="2396469"/>
            <a:ext cx="1260395" cy="311084"/>
            <a:chOff x="1319752" y="656735"/>
            <a:chExt cx="1260395" cy="311084"/>
          </a:xfrm>
        </p:grpSpPr>
        <p:sp>
          <p:nvSpPr>
            <p:cNvPr id="366" name="矩形: 圆角 365">
              <a:extLst>
                <a:ext uri="{FF2B5EF4-FFF2-40B4-BE49-F238E27FC236}">
                  <a16:creationId xmlns:a16="http://schemas.microsoft.com/office/drawing/2014/main" id="{21CE07A8-8C41-56A4-3852-593D161B089D}"/>
                </a:ext>
              </a:extLst>
            </p:cNvPr>
            <p:cNvSpPr/>
            <p:nvPr/>
          </p:nvSpPr>
          <p:spPr>
            <a:xfrm>
              <a:off x="1319752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7" name="矩形: 圆角 366">
              <a:extLst>
                <a:ext uri="{FF2B5EF4-FFF2-40B4-BE49-F238E27FC236}">
                  <a16:creationId xmlns:a16="http://schemas.microsoft.com/office/drawing/2014/main" id="{25880D5E-CC7B-CF8E-B7CD-9F49B3D4FBB3}"/>
                </a:ext>
              </a:extLst>
            </p:cNvPr>
            <p:cNvSpPr/>
            <p:nvPr/>
          </p:nvSpPr>
          <p:spPr>
            <a:xfrm>
              <a:off x="1780267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矩形: 圆角 367">
              <a:extLst>
                <a:ext uri="{FF2B5EF4-FFF2-40B4-BE49-F238E27FC236}">
                  <a16:creationId xmlns:a16="http://schemas.microsoft.com/office/drawing/2014/main" id="{6DC72D05-0A36-B3A4-922A-C151C4CAEACF}"/>
                </a:ext>
              </a:extLst>
            </p:cNvPr>
            <p:cNvSpPr/>
            <p:nvPr/>
          </p:nvSpPr>
          <p:spPr>
            <a:xfrm>
              <a:off x="2240781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64" name="直接箭头连接符 363">
            <a:extLst>
              <a:ext uri="{FF2B5EF4-FFF2-40B4-BE49-F238E27FC236}">
                <a16:creationId xmlns:a16="http://schemas.microsoft.com/office/drawing/2014/main" id="{BB233C5B-2CD3-5C46-92CF-EECE12D03FB2}"/>
              </a:ext>
            </a:extLst>
          </p:cNvPr>
          <p:cNvCxnSpPr>
            <a:cxnSpLocks/>
            <a:endCxn id="367" idx="1"/>
          </p:cNvCxnSpPr>
          <p:nvPr/>
        </p:nvCxnSpPr>
        <p:spPr>
          <a:xfrm>
            <a:off x="3558245" y="2552011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箭头连接符 364">
            <a:extLst>
              <a:ext uri="{FF2B5EF4-FFF2-40B4-BE49-F238E27FC236}">
                <a16:creationId xmlns:a16="http://schemas.microsoft.com/office/drawing/2014/main" id="{07BEF795-C739-44E1-EF28-1FFF4B4AB9F6}"/>
              </a:ext>
            </a:extLst>
          </p:cNvPr>
          <p:cNvCxnSpPr>
            <a:cxnSpLocks/>
            <a:stCxn id="367" idx="3"/>
            <a:endCxn id="368" idx="1"/>
          </p:cNvCxnSpPr>
          <p:nvPr/>
        </p:nvCxnSpPr>
        <p:spPr>
          <a:xfrm>
            <a:off x="4018760" y="2552011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CA415307-6A02-C0B7-FBFD-523218E2CDCD}"/>
              </a:ext>
            </a:extLst>
          </p:cNvPr>
          <p:cNvGrpSpPr/>
          <p:nvPr/>
        </p:nvGrpSpPr>
        <p:grpSpPr>
          <a:xfrm>
            <a:off x="3218879" y="2978573"/>
            <a:ext cx="1260395" cy="311084"/>
            <a:chOff x="1319752" y="656735"/>
            <a:chExt cx="1260395" cy="311084"/>
          </a:xfrm>
        </p:grpSpPr>
        <p:sp>
          <p:nvSpPr>
            <p:cNvPr id="360" name="矩形: 圆角 359">
              <a:extLst>
                <a:ext uri="{FF2B5EF4-FFF2-40B4-BE49-F238E27FC236}">
                  <a16:creationId xmlns:a16="http://schemas.microsoft.com/office/drawing/2014/main" id="{CF892AB9-55CC-C5E7-682A-1691A2B9060B}"/>
                </a:ext>
              </a:extLst>
            </p:cNvPr>
            <p:cNvSpPr/>
            <p:nvPr/>
          </p:nvSpPr>
          <p:spPr>
            <a:xfrm>
              <a:off x="1319752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矩形: 圆角 360">
              <a:extLst>
                <a:ext uri="{FF2B5EF4-FFF2-40B4-BE49-F238E27FC236}">
                  <a16:creationId xmlns:a16="http://schemas.microsoft.com/office/drawing/2014/main" id="{2F9973AB-170E-BB0A-5047-41F65B6F91CA}"/>
                </a:ext>
              </a:extLst>
            </p:cNvPr>
            <p:cNvSpPr/>
            <p:nvPr/>
          </p:nvSpPr>
          <p:spPr>
            <a:xfrm>
              <a:off x="1780267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矩形: 圆角 361">
              <a:extLst>
                <a:ext uri="{FF2B5EF4-FFF2-40B4-BE49-F238E27FC236}">
                  <a16:creationId xmlns:a16="http://schemas.microsoft.com/office/drawing/2014/main" id="{5F23111B-C780-076A-AF28-0B4DE8A65CF9}"/>
                </a:ext>
              </a:extLst>
            </p:cNvPr>
            <p:cNvSpPr/>
            <p:nvPr/>
          </p:nvSpPr>
          <p:spPr>
            <a:xfrm>
              <a:off x="2240781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58" name="直接箭头连接符 357">
            <a:extLst>
              <a:ext uri="{FF2B5EF4-FFF2-40B4-BE49-F238E27FC236}">
                <a16:creationId xmlns:a16="http://schemas.microsoft.com/office/drawing/2014/main" id="{7703B46E-DCF1-6E69-573D-C2F30021BC83}"/>
              </a:ext>
            </a:extLst>
          </p:cNvPr>
          <p:cNvCxnSpPr>
            <a:cxnSpLocks/>
            <a:endCxn id="361" idx="1"/>
          </p:cNvCxnSpPr>
          <p:nvPr/>
        </p:nvCxnSpPr>
        <p:spPr>
          <a:xfrm>
            <a:off x="3558245" y="3134115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箭头连接符 358">
            <a:extLst>
              <a:ext uri="{FF2B5EF4-FFF2-40B4-BE49-F238E27FC236}">
                <a16:creationId xmlns:a16="http://schemas.microsoft.com/office/drawing/2014/main" id="{F452486B-1BAF-83E4-C6A6-A7C9D6173C13}"/>
              </a:ext>
            </a:extLst>
          </p:cNvPr>
          <p:cNvCxnSpPr>
            <a:cxnSpLocks/>
            <a:stCxn id="361" idx="3"/>
            <a:endCxn id="362" idx="1"/>
          </p:cNvCxnSpPr>
          <p:nvPr/>
        </p:nvCxnSpPr>
        <p:spPr>
          <a:xfrm>
            <a:off x="4018760" y="3134115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97F62831-07E4-8946-95AA-F0BED7AA4535}"/>
              </a:ext>
            </a:extLst>
          </p:cNvPr>
          <p:cNvGrpSpPr/>
          <p:nvPr/>
        </p:nvGrpSpPr>
        <p:grpSpPr>
          <a:xfrm>
            <a:off x="3218879" y="3545438"/>
            <a:ext cx="1260395" cy="311084"/>
            <a:chOff x="1319752" y="656735"/>
            <a:chExt cx="1260395" cy="311084"/>
          </a:xfrm>
        </p:grpSpPr>
        <p:sp>
          <p:nvSpPr>
            <p:cNvPr id="354" name="矩形: 圆角 353">
              <a:extLst>
                <a:ext uri="{FF2B5EF4-FFF2-40B4-BE49-F238E27FC236}">
                  <a16:creationId xmlns:a16="http://schemas.microsoft.com/office/drawing/2014/main" id="{5FD2A69D-D094-792F-3D21-F5CE7E183ACC}"/>
                </a:ext>
              </a:extLst>
            </p:cNvPr>
            <p:cNvSpPr/>
            <p:nvPr/>
          </p:nvSpPr>
          <p:spPr>
            <a:xfrm>
              <a:off x="1319752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97882D63-89FF-0503-9FE1-A85916BEB25D}"/>
                </a:ext>
              </a:extLst>
            </p:cNvPr>
            <p:cNvSpPr/>
            <p:nvPr/>
          </p:nvSpPr>
          <p:spPr>
            <a:xfrm>
              <a:off x="1780267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矩形: 圆角 355">
              <a:extLst>
                <a:ext uri="{FF2B5EF4-FFF2-40B4-BE49-F238E27FC236}">
                  <a16:creationId xmlns:a16="http://schemas.microsoft.com/office/drawing/2014/main" id="{17F2C463-9DFD-148B-B339-1BC13697DA90}"/>
                </a:ext>
              </a:extLst>
            </p:cNvPr>
            <p:cNvSpPr/>
            <p:nvPr/>
          </p:nvSpPr>
          <p:spPr>
            <a:xfrm>
              <a:off x="2240781" y="656735"/>
              <a:ext cx="339366" cy="311084"/>
            </a:xfrm>
            <a:prstGeom prst="roundRect">
              <a:avLst/>
            </a:prstGeom>
            <a:solidFill>
              <a:srgbClr val="CDEDED"/>
            </a:solidFill>
            <a:ln>
              <a:solidFill>
                <a:srgbClr val="9EB7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CADA0D8B-2955-56AB-9AE3-99CAA38D52F0}"/>
              </a:ext>
            </a:extLst>
          </p:cNvPr>
          <p:cNvCxnSpPr>
            <a:cxnSpLocks/>
            <a:endCxn id="355" idx="1"/>
          </p:cNvCxnSpPr>
          <p:nvPr/>
        </p:nvCxnSpPr>
        <p:spPr>
          <a:xfrm>
            <a:off x="3558245" y="3700980"/>
            <a:ext cx="121149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2FC5D470-406B-9A31-A589-88905612D038}"/>
              </a:ext>
            </a:extLst>
          </p:cNvPr>
          <p:cNvCxnSpPr>
            <a:cxnSpLocks/>
            <a:stCxn id="355" idx="3"/>
            <a:endCxn id="356" idx="1"/>
          </p:cNvCxnSpPr>
          <p:nvPr/>
        </p:nvCxnSpPr>
        <p:spPr>
          <a:xfrm>
            <a:off x="4018760" y="3700980"/>
            <a:ext cx="121148" cy="0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7CC07F3D-05DF-DE6C-DA79-E7FEED7AAA96}"/>
              </a:ext>
            </a:extLst>
          </p:cNvPr>
          <p:cNvGrpSpPr/>
          <p:nvPr/>
        </p:nvGrpSpPr>
        <p:grpSpPr>
          <a:xfrm>
            <a:off x="3380942" y="2699933"/>
            <a:ext cx="921029" cy="271020"/>
            <a:chOff x="1491179" y="967819"/>
            <a:chExt cx="921029" cy="271020"/>
          </a:xfrm>
        </p:grpSpPr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5CDAC868-13B1-1773-416F-20640CB325BE}"/>
                </a:ext>
              </a:extLst>
            </p:cNvPr>
            <p:cNvCxnSpPr>
              <a:cxnSpLocks/>
              <a:stCxn id="360" idx="0"/>
              <a:endCxn id="366" idx="2"/>
            </p:cNvCxnSpPr>
            <p:nvPr/>
          </p:nvCxnSpPr>
          <p:spPr>
            <a:xfrm flipV="1">
              <a:off x="1491179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箭头连接符 348">
              <a:extLst>
                <a:ext uri="{FF2B5EF4-FFF2-40B4-BE49-F238E27FC236}">
                  <a16:creationId xmlns:a16="http://schemas.microsoft.com/office/drawing/2014/main" id="{704C3989-415B-EBEE-E788-74A2569F29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1694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BED7F5DE-AA32-C1C4-3ABB-32BA84CFCE16}"/>
                </a:ext>
              </a:extLst>
            </p:cNvPr>
            <p:cNvCxnSpPr>
              <a:cxnSpLocks/>
              <a:stCxn id="362" idx="0"/>
              <a:endCxn id="368" idx="2"/>
            </p:cNvCxnSpPr>
            <p:nvPr/>
          </p:nvCxnSpPr>
          <p:spPr>
            <a:xfrm flipV="1">
              <a:off x="2412208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8" name="组合 337">
            <a:extLst>
              <a:ext uri="{FF2B5EF4-FFF2-40B4-BE49-F238E27FC236}">
                <a16:creationId xmlns:a16="http://schemas.microsoft.com/office/drawing/2014/main" id="{7DDB83C8-08AB-9F87-E51F-AFD95FDE3401}"/>
              </a:ext>
            </a:extLst>
          </p:cNvPr>
          <p:cNvGrpSpPr/>
          <p:nvPr/>
        </p:nvGrpSpPr>
        <p:grpSpPr>
          <a:xfrm>
            <a:off x="3380942" y="3285022"/>
            <a:ext cx="921029" cy="271020"/>
            <a:chOff x="1491179" y="967819"/>
            <a:chExt cx="921029" cy="271020"/>
          </a:xfrm>
        </p:grpSpPr>
        <p:cxnSp>
          <p:nvCxnSpPr>
            <p:cNvPr id="345" name="直接箭头连接符 344">
              <a:extLst>
                <a:ext uri="{FF2B5EF4-FFF2-40B4-BE49-F238E27FC236}">
                  <a16:creationId xmlns:a16="http://schemas.microsoft.com/office/drawing/2014/main" id="{64BA6968-B0D0-BB6F-3D28-BD8D3833E1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1179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箭头连接符 345">
              <a:extLst>
                <a:ext uri="{FF2B5EF4-FFF2-40B4-BE49-F238E27FC236}">
                  <a16:creationId xmlns:a16="http://schemas.microsoft.com/office/drawing/2014/main" id="{4667F8E2-E3EF-96F6-C13A-7B538938A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1694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DB4F4F6D-8537-4809-D26D-2BDDC48197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2208" y="967819"/>
              <a:ext cx="0" cy="271020"/>
            </a:xfrm>
            <a:prstGeom prst="straightConnector1">
              <a:avLst/>
            </a:prstGeom>
            <a:ln w="19050">
              <a:solidFill>
                <a:srgbClr val="61A8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9" name="连接符: 曲线 338">
            <a:extLst>
              <a:ext uri="{FF2B5EF4-FFF2-40B4-BE49-F238E27FC236}">
                <a16:creationId xmlns:a16="http://schemas.microsoft.com/office/drawing/2014/main" id="{2DF52FE3-31E1-165E-D61A-E74C052D6C81}"/>
              </a:ext>
            </a:extLst>
          </p:cNvPr>
          <p:cNvCxnSpPr>
            <a:cxnSpLocks/>
            <a:stCxn id="366" idx="3"/>
            <a:endCxn id="367" idx="2"/>
          </p:cNvCxnSpPr>
          <p:nvPr/>
        </p:nvCxnSpPr>
        <p:spPr>
          <a:xfrm>
            <a:off x="3558245" y="2552011"/>
            <a:ext cx="290832" cy="155542"/>
          </a:xfrm>
          <a:prstGeom prst="curvedConnector4">
            <a:avLst>
              <a:gd name="adj1" fmla="val 20828"/>
              <a:gd name="adj2" fmla="val 246970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连接符: 曲线 339">
            <a:extLst>
              <a:ext uri="{FF2B5EF4-FFF2-40B4-BE49-F238E27FC236}">
                <a16:creationId xmlns:a16="http://schemas.microsoft.com/office/drawing/2014/main" id="{7236C83A-CBA3-6BB0-17C3-1F5E7CD413E3}"/>
              </a:ext>
            </a:extLst>
          </p:cNvPr>
          <p:cNvCxnSpPr>
            <a:cxnSpLocks/>
            <a:endCxn id="361" idx="2"/>
          </p:cNvCxnSpPr>
          <p:nvPr/>
        </p:nvCxnSpPr>
        <p:spPr>
          <a:xfrm>
            <a:off x="3555358" y="3135848"/>
            <a:ext cx="293719" cy="153809"/>
          </a:xfrm>
          <a:prstGeom prst="curvedConnector4">
            <a:avLst>
              <a:gd name="adj1" fmla="val 21115"/>
              <a:gd name="adj2" fmla="val 248626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连接符: 曲线 341">
            <a:extLst>
              <a:ext uri="{FF2B5EF4-FFF2-40B4-BE49-F238E27FC236}">
                <a16:creationId xmlns:a16="http://schemas.microsoft.com/office/drawing/2014/main" id="{2DEFE2FA-434D-4875-5ED3-BDD0CE4D6D60}"/>
              </a:ext>
            </a:extLst>
          </p:cNvPr>
          <p:cNvCxnSpPr>
            <a:cxnSpLocks/>
            <a:stCxn id="367" idx="3"/>
            <a:endCxn id="368" idx="2"/>
          </p:cNvCxnSpPr>
          <p:nvPr/>
        </p:nvCxnSpPr>
        <p:spPr>
          <a:xfrm>
            <a:off x="4018760" y="2552011"/>
            <a:ext cx="290831" cy="155542"/>
          </a:xfrm>
          <a:prstGeom prst="curvedConnector4">
            <a:avLst>
              <a:gd name="adj1" fmla="val 20828"/>
              <a:gd name="adj2" fmla="val 246970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连接符: 曲线 342">
            <a:extLst>
              <a:ext uri="{FF2B5EF4-FFF2-40B4-BE49-F238E27FC236}">
                <a16:creationId xmlns:a16="http://schemas.microsoft.com/office/drawing/2014/main" id="{FA5FCF75-8719-4499-7414-E0DB9BED1E1E}"/>
              </a:ext>
            </a:extLst>
          </p:cNvPr>
          <p:cNvCxnSpPr>
            <a:cxnSpLocks/>
            <a:endCxn id="362" idx="2"/>
          </p:cNvCxnSpPr>
          <p:nvPr/>
        </p:nvCxnSpPr>
        <p:spPr>
          <a:xfrm>
            <a:off x="4027479" y="3135848"/>
            <a:ext cx="282112" cy="153809"/>
          </a:xfrm>
          <a:prstGeom prst="curvedConnector4">
            <a:avLst>
              <a:gd name="adj1" fmla="val 19926"/>
              <a:gd name="adj2" fmla="val 248626"/>
            </a:avLst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0FEF84B7-39BC-8054-6060-7E31E284E210}"/>
              </a:ext>
            </a:extLst>
          </p:cNvPr>
          <p:cNvCxnSpPr>
            <a:cxnSpLocks/>
            <a:stCxn id="366" idx="0"/>
            <a:endCxn id="83" idx="2"/>
          </p:cNvCxnSpPr>
          <p:nvPr/>
        </p:nvCxnSpPr>
        <p:spPr>
          <a:xfrm flipV="1">
            <a:off x="3388562" y="2083032"/>
            <a:ext cx="0" cy="313437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7D15D3F8-F548-A3E7-CC23-B28E773A394B}"/>
              </a:ext>
            </a:extLst>
          </p:cNvPr>
          <p:cNvCxnSpPr>
            <a:cxnSpLocks/>
            <a:stCxn id="367" idx="0"/>
            <a:endCxn id="84" idx="2"/>
          </p:cNvCxnSpPr>
          <p:nvPr/>
        </p:nvCxnSpPr>
        <p:spPr>
          <a:xfrm flipV="1">
            <a:off x="3849077" y="2083032"/>
            <a:ext cx="0" cy="313437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6D456436-6909-D38F-6C08-A48A6E1679D1}"/>
              </a:ext>
            </a:extLst>
          </p:cNvPr>
          <p:cNvCxnSpPr>
            <a:cxnSpLocks/>
            <a:stCxn id="368" idx="0"/>
            <a:endCxn id="85" idx="2"/>
          </p:cNvCxnSpPr>
          <p:nvPr/>
        </p:nvCxnSpPr>
        <p:spPr>
          <a:xfrm flipV="1">
            <a:off x="4309591" y="2083032"/>
            <a:ext cx="0" cy="313437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文本框 377">
            <a:extLst>
              <a:ext uri="{FF2B5EF4-FFF2-40B4-BE49-F238E27FC236}">
                <a16:creationId xmlns:a16="http://schemas.microsoft.com/office/drawing/2014/main" id="{BE4EE90C-E4FE-3AA9-E333-22E7E75C5C2E}"/>
              </a:ext>
            </a:extLst>
          </p:cNvPr>
          <p:cNvSpPr txBox="1"/>
          <p:nvPr/>
        </p:nvSpPr>
        <p:spPr>
          <a:xfrm>
            <a:off x="929541" y="4658814"/>
            <a:ext cx="838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PAN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C56CA18D-8B53-A603-F026-AD9103FFD98F}"/>
              </a:ext>
            </a:extLst>
          </p:cNvPr>
          <p:cNvSpPr txBox="1"/>
          <p:nvPr/>
        </p:nvSpPr>
        <p:spPr>
          <a:xfrm>
            <a:off x="3234098" y="4658814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RevCol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0B5EB3B5-E3B4-A76E-0F21-6194A8D17F68}"/>
              </a:ext>
            </a:extLst>
          </p:cNvPr>
          <p:cNvSpPr txBox="1"/>
          <p:nvPr/>
        </p:nvSpPr>
        <p:spPr>
          <a:xfrm>
            <a:off x="4863078" y="4658814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Deep Supervision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2A3DE7D7-FF05-E887-160E-D696ABBAE0EE}"/>
              </a:ext>
            </a:extLst>
          </p:cNvPr>
          <p:cNvSpPr txBox="1"/>
          <p:nvPr/>
        </p:nvSpPr>
        <p:spPr>
          <a:xfrm>
            <a:off x="7018429" y="4658814"/>
            <a:ext cx="341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Programmable Gradient Information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直接箭头连接符 429">
            <a:extLst>
              <a:ext uri="{FF2B5EF4-FFF2-40B4-BE49-F238E27FC236}">
                <a16:creationId xmlns:a16="http://schemas.microsoft.com/office/drawing/2014/main" id="{5A2CCBF3-07FF-F6F9-F0DB-824EA79C4981}"/>
              </a:ext>
            </a:extLst>
          </p:cNvPr>
          <p:cNvCxnSpPr>
            <a:cxnSpLocks/>
            <a:stCxn id="7" idx="0"/>
            <a:endCxn id="199" idx="2"/>
          </p:cNvCxnSpPr>
          <p:nvPr/>
        </p:nvCxnSpPr>
        <p:spPr>
          <a:xfrm flipH="1" flipV="1">
            <a:off x="1491179" y="3871762"/>
            <a:ext cx="1832" cy="220938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3" name="图片 432">
            <a:extLst>
              <a:ext uri="{FF2B5EF4-FFF2-40B4-BE49-F238E27FC236}">
                <a16:creationId xmlns:a16="http://schemas.microsoft.com/office/drawing/2014/main" id="{37AE604D-792A-BEE2-DB3C-92A50220E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02" y="4092700"/>
            <a:ext cx="974431" cy="551468"/>
          </a:xfrm>
          <a:prstGeom prst="rect">
            <a:avLst/>
          </a:prstGeom>
        </p:spPr>
      </p:pic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C7F1FDEE-4BF5-EC4D-E42C-AB0B5F585505}"/>
              </a:ext>
            </a:extLst>
          </p:cNvPr>
          <p:cNvCxnSpPr>
            <a:cxnSpLocks/>
            <a:stCxn id="433" idx="0"/>
          </p:cNvCxnSpPr>
          <p:nvPr/>
        </p:nvCxnSpPr>
        <p:spPr>
          <a:xfrm flipH="1" flipV="1">
            <a:off x="3868586" y="3871762"/>
            <a:ext cx="1832" cy="220938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直接箭头连接符 436">
            <a:extLst>
              <a:ext uri="{FF2B5EF4-FFF2-40B4-BE49-F238E27FC236}">
                <a16:creationId xmlns:a16="http://schemas.microsoft.com/office/drawing/2014/main" id="{83BA9602-09B3-7B1F-6C7B-C1AAF7B8F48E}"/>
              </a:ext>
            </a:extLst>
          </p:cNvPr>
          <p:cNvCxnSpPr>
            <a:cxnSpLocks/>
            <a:stCxn id="433" idx="0"/>
            <a:endCxn id="354" idx="2"/>
          </p:cNvCxnSpPr>
          <p:nvPr/>
        </p:nvCxnSpPr>
        <p:spPr>
          <a:xfrm flipH="1" flipV="1">
            <a:off x="3388562" y="3856522"/>
            <a:ext cx="481856" cy="236178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直接箭头连接符 439">
            <a:extLst>
              <a:ext uri="{FF2B5EF4-FFF2-40B4-BE49-F238E27FC236}">
                <a16:creationId xmlns:a16="http://schemas.microsoft.com/office/drawing/2014/main" id="{FC4BA07B-CDCD-754C-6603-7FCF6D547B5B}"/>
              </a:ext>
            </a:extLst>
          </p:cNvPr>
          <p:cNvCxnSpPr>
            <a:cxnSpLocks/>
            <a:stCxn id="433" idx="0"/>
            <a:endCxn id="356" idx="2"/>
          </p:cNvCxnSpPr>
          <p:nvPr/>
        </p:nvCxnSpPr>
        <p:spPr>
          <a:xfrm flipV="1">
            <a:off x="3870418" y="3856522"/>
            <a:ext cx="439173" cy="236178"/>
          </a:xfrm>
          <a:prstGeom prst="straightConnector1">
            <a:avLst/>
          </a:prstGeom>
          <a:ln w="19050">
            <a:solidFill>
              <a:srgbClr val="61A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3" name="图片 442">
            <a:extLst>
              <a:ext uri="{FF2B5EF4-FFF2-40B4-BE49-F238E27FC236}">
                <a16:creationId xmlns:a16="http://schemas.microsoft.com/office/drawing/2014/main" id="{979FBB1A-DD9A-12FC-B5FD-6D8260868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578" y="4092700"/>
            <a:ext cx="974431" cy="551468"/>
          </a:xfrm>
          <a:prstGeom prst="rect">
            <a:avLst/>
          </a:prstGeom>
        </p:spPr>
      </p:pic>
      <p:pic>
        <p:nvPicPr>
          <p:cNvPr id="444" name="图片 443">
            <a:extLst>
              <a:ext uri="{FF2B5EF4-FFF2-40B4-BE49-F238E27FC236}">
                <a16:creationId xmlns:a16="http://schemas.microsoft.com/office/drawing/2014/main" id="{2803801F-B1F1-E74A-5565-1A53B1E6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438" y="4092700"/>
            <a:ext cx="974431" cy="55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7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40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pengjin diao</dc:creator>
  <cp:lastModifiedBy>才艺 陈</cp:lastModifiedBy>
  <cp:revision>36</cp:revision>
  <dcterms:created xsi:type="dcterms:W3CDTF">2024-11-06T09:10:26Z</dcterms:created>
  <dcterms:modified xsi:type="dcterms:W3CDTF">2024-11-09T00:33:31Z</dcterms:modified>
</cp:coreProperties>
</file>